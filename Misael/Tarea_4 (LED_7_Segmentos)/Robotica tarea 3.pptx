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88abdc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88abdc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88abdc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a88abdc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b7c003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8b7c003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88abdc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a88abdc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8b7c0032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8b7c0032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88abdc6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a88abdc6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b7c0032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8b7c003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a88abdc6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a88abdc6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b7c003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b7c003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88abdc6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a88abdc6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88abdc6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88abdc6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a88abdc6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a88abdc6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ad4070f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ad4070f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3pXecnrWTsQ" TargetMode="External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q4yIucHtV6I" TargetMode="External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rGqz6blRRYk" TargetMode="External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10.png"/><Relationship Id="rId10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Wmkjn-OgszI" TargetMode="External"/><Relationship Id="rId5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839525"/>
            <a:ext cx="8520600" cy="26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Metodo practico para </a:t>
            </a:r>
            <a:r>
              <a:rPr lang="es">
                <a:solidFill>
                  <a:schemeClr val="lt1"/>
                </a:solidFill>
              </a:rPr>
              <a:t>aprendizaje</a:t>
            </a:r>
            <a:r>
              <a:rPr lang="es">
                <a:solidFill>
                  <a:schemeClr val="lt1"/>
                </a:solidFill>
              </a:rPr>
              <a:t> de LED 7 </a:t>
            </a:r>
            <a:r>
              <a:rPr lang="es">
                <a:solidFill>
                  <a:schemeClr val="lt1"/>
                </a:solidFill>
              </a:rPr>
              <a:t>Segmentos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920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Misael Orlando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introducción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938" y="1119375"/>
            <a:ext cx="4336124" cy="290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N1 = 2^1 = 2 = 0,1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1121525"/>
            <a:ext cx="1755325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9874" y="1152474"/>
            <a:ext cx="1264256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6963" y="1581150"/>
            <a:ext cx="153352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led 7 Secmentos contando 2^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405" y="796175"/>
            <a:ext cx="6313190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N2 = 2^2 = 4 = 0,1,2,3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1121525"/>
            <a:ext cx="1755325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2400" y="1152475"/>
            <a:ext cx="1087239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4000" y="1538275"/>
            <a:ext cx="163830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 title="led 7 Secmentos contando 2^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419" y="796175"/>
            <a:ext cx="631316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N3 = 2^3 = 8 = 0,1,2,3,4,5,6,7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1121525"/>
            <a:ext cx="1755325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400" y="1121536"/>
            <a:ext cx="1330114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7313" y="1519225"/>
            <a:ext cx="170497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led 7 segmentos contando 2^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419" y="796175"/>
            <a:ext cx="631316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N4 = 2^4 = 16 = 0,1,2,3,4,5,6,7,8,9,A,B,C,D,E,F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b="0" l="14109" r="12898" t="0"/>
          <a:stretch/>
        </p:blipFill>
        <p:spPr>
          <a:xfrm>
            <a:off x="311700" y="1146125"/>
            <a:ext cx="1106025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2486" y="1146125"/>
            <a:ext cx="1301379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6">
            <a:alphaModFix/>
          </a:blip>
          <a:srcRect b="0" l="0" r="11941" t="0"/>
          <a:stretch/>
        </p:blipFill>
        <p:spPr>
          <a:xfrm>
            <a:off x="2498225" y="1121525"/>
            <a:ext cx="1189750" cy="27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7">
            <a:alphaModFix/>
          </a:blip>
          <a:srcRect b="0" l="0" r="11941" t="0"/>
          <a:stretch/>
        </p:blipFill>
        <p:spPr>
          <a:xfrm>
            <a:off x="3685425" y="1127875"/>
            <a:ext cx="1189750" cy="277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 rotWithShape="1">
          <a:blip r:embed="rId8">
            <a:alphaModFix/>
          </a:blip>
          <a:srcRect b="0" l="0" r="15009" t="0"/>
          <a:stretch/>
        </p:blipFill>
        <p:spPr>
          <a:xfrm>
            <a:off x="4768475" y="1139625"/>
            <a:ext cx="1106025" cy="27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9">
            <a:alphaModFix/>
          </a:blip>
          <a:srcRect b="0" l="0" r="11941" t="0"/>
          <a:stretch/>
        </p:blipFill>
        <p:spPr>
          <a:xfrm>
            <a:off x="5800050" y="1109375"/>
            <a:ext cx="1189750" cy="2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 rotWithShape="1">
          <a:blip r:embed="rId10">
            <a:alphaModFix/>
          </a:blip>
          <a:srcRect b="0" l="0" r="18046" t="0"/>
          <a:stretch/>
        </p:blipFill>
        <p:spPr>
          <a:xfrm>
            <a:off x="6878650" y="1127875"/>
            <a:ext cx="1189750" cy="277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 rotWithShape="1">
          <a:blip r:embed="rId11">
            <a:alphaModFix/>
          </a:blip>
          <a:srcRect b="0" l="0" r="16465" t="0"/>
          <a:stretch/>
        </p:blipFill>
        <p:spPr>
          <a:xfrm>
            <a:off x="7914675" y="1139625"/>
            <a:ext cx="1106025" cy="27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 title="led 7 Segmentos contando 2^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5419" y="796175"/>
            <a:ext cx="631316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7976" y="0"/>
            <a:ext cx="4968048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3"/>
          <p:cNvCxnSpPr/>
          <p:nvPr/>
        </p:nvCxnSpPr>
        <p:spPr>
          <a:xfrm>
            <a:off x="3979125" y="459325"/>
            <a:ext cx="801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346" y="0"/>
            <a:ext cx="5329308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4"/>
          <p:cNvCxnSpPr/>
          <p:nvPr/>
        </p:nvCxnSpPr>
        <p:spPr>
          <a:xfrm>
            <a:off x="4267525" y="731375"/>
            <a:ext cx="801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013" y="1107675"/>
            <a:ext cx="6425975" cy="292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Meta cogniciones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Siempre es recomendable empezar por una </a:t>
            </a:r>
            <a:r>
              <a:rPr lang="es"/>
              <a:t>simulación</a:t>
            </a:r>
            <a:r>
              <a:rPr lang="es"/>
              <a:t>.</a:t>
            </a:r>
            <a:br>
              <a:rPr lang="es"/>
            </a:br>
            <a:r>
              <a:rPr lang="es"/>
              <a:t>Buscar </a:t>
            </a:r>
            <a:r>
              <a:rPr lang="es"/>
              <a:t>información</a:t>
            </a:r>
            <a:r>
              <a:rPr lang="es"/>
              <a:t> de componentes nuevos a usar.</a:t>
            </a:r>
            <a:br>
              <a:rPr lang="es"/>
            </a:br>
            <a:r>
              <a:rPr lang="es"/>
              <a:t>Revisar el inventario de componentes </a:t>
            </a:r>
            <a:r>
              <a:rPr lang="es"/>
              <a:t>físicos</a:t>
            </a:r>
            <a:br>
              <a:rPr lang="es"/>
            </a:br>
            <a:r>
              <a:rPr lang="es"/>
              <a:t>la </a:t>
            </a:r>
            <a:r>
              <a:rPr lang="es"/>
              <a:t>función</a:t>
            </a:r>
            <a:r>
              <a:rPr lang="es"/>
              <a:t> “millis()” es mucho mejor que la funcion “delay()”.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