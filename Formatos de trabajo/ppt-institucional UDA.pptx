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92" r:id="rId4"/>
    <p:sldId id="260" r:id="rId5"/>
    <p:sldId id="293" r:id="rId6"/>
    <p:sldId id="262" r:id="rId7"/>
    <p:sldId id="294" r:id="rId8"/>
    <p:sldId id="263" r:id="rId9"/>
    <p:sldId id="278" r:id="rId10"/>
    <p:sldId id="285" r:id="rId11"/>
    <p:sldId id="280" r:id="rId12"/>
    <p:sldId id="286" r:id="rId13"/>
    <p:sldId id="281" r:id="rId14"/>
    <p:sldId id="297" r:id="rId15"/>
    <p:sldId id="298" r:id="rId16"/>
    <p:sldId id="295" r:id="rId17"/>
    <p:sldId id="296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4D5A"/>
    <a:srgbClr val="FFC627"/>
    <a:srgbClr val="C0C0C0"/>
    <a:srgbClr val="447EC4"/>
    <a:srgbClr val="2A684C"/>
    <a:srgbClr val="000000"/>
    <a:srgbClr val="CFD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4" autoAdjust="0"/>
    <p:restoredTop sz="94660" autoAdjust="0"/>
  </p:normalViewPr>
  <p:slideViewPr>
    <p:cSldViewPr showGuides="1">
      <p:cViewPr varScale="1">
        <p:scale>
          <a:sx n="102" d="100"/>
          <a:sy n="102" d="100"/>
        </p:scale>
        <p:origin x="1794" y="126"/>
      </p:cViewPr>
      <p:guideLst>
        <p:guide orient="horz" pos="2160"/>
        <p:guide pos="29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5.9996741716046298E-2"/>
          <c:y val="5.8174554678695582E-2"/>
          <c:w val="0.72295974189223755"/>
          <c:h val="0.852980076361670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Doctor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Hoja1!$A$2:$A$6</c:f>
              <c:numCache>
                <c:formatCode>General</c:formatCode>
                <c:ptCount val="5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</c:numCache>
            </c:numRef>
          </c:cat>
          <c:val>
            <c:numRef>
              <c:f>Hoja1!$B$2:$B$6</c:f>
              <c:numCache>
                <c:formatCode>General</c:formatCode>
                <c:ptCount val="5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6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79-4743-BC6F-B667B0A15B92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Magister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Hoja1!$A$2:$A$6</c:f>
              <c:numCache>
                <c:formatCode>General</c:formatCode>
                <c:ptCount val="5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</c:numCache>
            </c:numRef>
          </c:cat>
          <c:val>
            <c:numRef>
              <c:f>Hoja1!$C$2:$C$6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79-4743-BC6F-B667B0A15B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1829120"/>
        <c:axId val="61830656"/>
      </c:barChart>
      <c:catAx>
        <c:axId val="61829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61830656"/>
        <c:crosses val="autoZero"/>
        <c:auto val="1"/>
        <c:lblAlgn val="ctr"/>
        <c:lblOffset val="100"/>
        <c:noMultiLvlLbl val="0"/>
      </c:catAx>
      <c:valAx>
        <c:axId val="618306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6182912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600">
          <a:latin typeface="Calibri" panose="020F0502020204030204" pitchFamily="34" charset="0"/>
          <a:cs typeface="Calibri" panose="020F0502020204030204" pitchFamily="34" charset="0"/>
        </a:defRPr>
      </a:pPr>
      <a:endParaRPr lang="es-CL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explosion val="25"/>
          <c:dPt>
            <c:idx val="0"/>
            <c:bubble3D val="0"/>
            <c:explosion val="11"/>
            <c:extLst>
              <c:ext xmlns:c16="http://schemas.microsoft.com/office/drawing/2014/chart" uri="{C3380CC4-5D6E-409C-BE32-E72D297353CC}">
                <c16:uniqueId val="{00000000-4FC1-4F85-B003-FD37DE3B1B39}"/>
              </c:ext>
            </c:extLst>
          </c:dPt>
          <c:dPt>
            <c:idx val="1"/>
            <c:bubble3D val="0"/>
            <c:explosion val="9"/>
            <c:extLst>
              <c:ext xmlns:c16="http://schemas.microsoft.com/office/drawing/2014/chart" uri="{C3380CC4-5D6E-409C-BE32-E72D297353CC}">
                <c16:uniqueId val="{00000001-4FC1-4F85-B003-FD37DE3B1B39}"/>
              </c:ext>
            </c:extLst>
          </c:dPt>
          <c:dPt>
            <c:idx val="2"/>
            <c:bubble3D val="0"/>
            <c:explosion val="10"/>
            <c:extLst>
              <c:ext xmlns:c16="http://schemas.microsoft.com/office/drawing/2014/chart" uri="{C3380CC4-5D6E-409C-BE32-E72D297353CC}">
                <c16:uniqueId val="{00000002-4FC1-4F85-B003-FD37DE3B1B39}"/>
              </c:ext>
            </c:extLst>
          </c:dPt>
          <c:dLbls>
            <c:dLbl>
              <c:idx val="0"/>
              <c:layout>
                <c:manualLayout>
                  <c:x val="-0.13259735085471727"/>
                  <c:y val="-9.4787063815530953E-2"/>
                </c:manualLayout>
              </c:layout>
              <c:tx>
                <c:rich>
                  <a:bodyPr/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67%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FC1-4F85-B003-FD37DE3B1B39}"/>
                </c:ext>
              </c:extLst>
            </c:dLbl>
            <c:dLbl>
              <c:idx val="1"/>
              <c:layout>
                <c:manualLayout>
                  <c:x val="0.12809744160982234"/>
                  <c:y val="6.9075836722636667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FC1-4F85-B003-FD37DE3B1B39}"/>
                </c:ext>
              </c:extLst>
            </c:dLbl>
            <c:dLbl>
              <c:idx val="2"/>
              <c:layout>
                <c:manualLayout>
                  <c:x val="8.3258488614941534E-2"/>
                  <c:y val="0.1386022988667159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FC1-4F85-B003-FD37DE3B1B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Dirección DECRU- Radio</c:v>
                </c:pt>
                <c:pt idx="1">
                  <c:v>Centro Cultural Caldera</c:v>
                </c:pt>
                <c:pt idx="2">
                  <c:v>Unidad académica física, deportes y recreación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1081774</c:v>
                </c:pt>
                <c:pt idx="1">
                  <c:v>271321</c:v>
                </c:pt>
                <c:pt idx="2">
                  <c:v>254909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FC1-4F85-B003-FD37DE3B1B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egendEntry>
        <c:idx val="0"/>
        <c:txPr>
          <a:bodyPr/>
          <a:lstStyle/>
          <a:p>
            <a:pPr>
              <a:defRPr sz="1200"/>
            </a:pPr>
            <a:endParaRPr lang="es-CL"/>
          </a:p>
        </c:txPr>
      </c:legendEntry>
      <c:legendEntry>
        <c:idx val="1"/>
        <c:txPr>
          <a:bodyPr/>
          <a:lstStyle/>
          <a:p>
            <a:pPr>
              <a:defRPr sz="1200"/>
            </a:pPr>
            <a:endParaRPr lang="es-CL"/>
          </a:p>
        </c:txPr>
      </c:legendEntry>
      <c:layout>
        <c:manualLayout>
          <c:xMode val="edge"/>
          <c:yMode val="edge"/>
          <c:x val="0.5926675523762398"/>
          <c:y val="0.30509848685650776"/>
          <c:w val="0.36189840850943972"/>
          <c:h val="0.5484043672298774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s-CL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explosion val="2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C156-4F35-BD38-D19D6B5F1D8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73%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156-4F35-BD38-D19D6B5F1D8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27%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156-4F35-BD38-D19D6B5F1D8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Vinculación Académica </c:v>
                </c:pt>
                <c:pt idx="1">
                  <c:v>Vinculación artístico cultural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73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56-4F35-BD38-D19D6B5F1D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59474118398617559"/>
          <c:y val="0.20053773764415478"/>
          <c:w val="0.31187088383037592"/>
          <c:h val="0.59892452471169044"/>
        </c:manualLayout>
      </c:layout>
      <c:overlay val="0"/>
      <c:txPr>
        <a:bodyPr/>
        <a:lstStyle/>
        <a:p>
          <a:pPr>
            <a:defRPr sz="1200"/>
          </a:pPr>
          <a:endParaRPr lang="es-CL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s-CL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7CC57A-FE66-4EA2-993F-F6A822238014}" type="doc">
      <dgm:prSet loTypeId="urn:microsoft.com/office/officeart/2005/8/layout/hierarchy6" loCatId="hierarchy" qsTypeId="urn:microsoft.com/office/officeart/2005/8/quickstyle/simple1" qsCatId="simple" csTypeId="urn:microsoft.com/office/officeart/2005/8/colors/accent4_3" csCatId="accent4" phldr="1"/>
      <dgm:spPr/>
      <dgm:t>
        <a:bodyPr/>
        <a:lstStyle/>
        <a:p>
          <a:endParaRPr lang="es-CL"/>
        </a:p>
      </dgm:t>
    </dgm:pt>
    <dgm:pt modelId="{E1889020-CE62-4002-96D6-443F425CDAE2}">
      <dgm:prSet phldrT="[Texto]" custT="1"/>
      <dgm:spPr/>
      <dgm:t>
        <a:bodyPr/>
        <a:lstStyle/>
        <a:p>
          <a:r>
            <a:rPr lang="es-ES" sz="1600" dirty="0">
              <a:latin typeface="Calibri" panose="020F0502020204030204" pitchFamily="34" charset="0"/>
              <a:cs typeface="Calibri" panose="020F0502020204030204" pitchFamily="34" charset="0"/>
            </a:rPr>
            <a:t>Vicerrectoría Académica</a:t>
          </a:r>
          <a:endParaRPr lang="es-CL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5300C6D-DD54-4BF2-B8DD-3A566FFD3F7A}" type="parTrans" cxnId="{AD53D938-3E77-402D-8A1A-EA49BBCC9B0C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05B6343F-1C03-4609-BAB0-4B360FED5D1C}" type="sibTrans" cxnId="{AD53D938-3E77-402D-8A1A-EA49BBCC9B0C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03EECA19-C367-4531-B171-922E4DF4920C}">
      <dgm:prSet phldrT="[Texto]" custT="1"/>
      <dgm:spPr/>
      <dgm:t>
        <a:bodyPr/>
        <a:lstStyle/>
        <a:p>
          <a:r>
            <a:rPr lang="es-ES" sz="1600" dirty="0">
              <a:latin typeface="Calibri" panose="020F0502020204030204" pitchFamily="34" charset="0"/>
              <a:cs typeface="Calibri" panose="020F0502020204030204" pitchFamily="34" charset="0"/>
            </a:rPr>
            <a:t>Dirección de Educación Continua</a:t>
          </a:r>
          <a:endParaRPr lang="es-CL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9126A80-FE4D-49EE-9E3F-C610184B1333}" type="parTrans" cxnId="{52DAA08A-0F2F-4CDE-A162-2AB4352A1819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678F2997-C4D9-4C63-A11C-A74EEE57D0B4}" type="sibTrans" cxnId="{52DAA08A-0F2F-4CDE-A162-2AB4352A1819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0E39EDAB-5D87-4B0D-9B4E-27398FA7106C}">
      <dgm:prSet phldrT="[Texto]" custT="1"/>
      <dgm:spPr/>
      <dgm:t>
        <a:bodyPr/>
        <a:lstStyle/>
        <a:p>
          <a:r>
            <a:rPr lang="es-ES" sz="1600" dirty="0">
              <a:latin typeface="Calibri" panose="020F0502020204030204" pitchFamily="34" charset="0"/>
              <a:cs typeface="Calibri" panose="020F0502020204030204" pitchFamily="34" charset="0"/>
            </a:rPr>
            <a:t>Dirección de Pregrado</a:t>
          </a:r>
          <a:endParaRPr lang="es-CL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E924F31-A20C-408A-A791-D300C4968A0A}" type="parTrans" cxnId="{65F1CB0D-7087-4A08-A4CE-36658DF87620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7CD332E1-2E0D-4DE4-A033-5AD8CAA0B844}" type="sibTrans" cxnId="{65F1CB0D-7087-4A08-A4CE-36658DF87620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13C4CADE-5C8B-4E27-9A61-C8273A1ED3F1}">
      <dgm:prSet phldrT="[Texto]" custT="1"/>
      <dgm:spPr/>
      <dgm:t>
        <a:bodyPr/>
        <a:lstStyle/>
        <a:p>
          <a:r>
            <a:rPr lang="es-ES" sz="1600" dirty="0">
              <a:latin typeface="Calibri" panose="020F0502020204030204" pitchFamily="34" charset="0"/>
              <a:cs typeface="Calibri" panose="020F0502020204030204" pitchFamily="34" charset="0"/>
            </a:rPr>
            <a:t>Sede Vallenar</a:t>
          </a:r>
          <a:endParaRPr lang="es-CL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ACFAA88-D636-4B4A-8414-909BBACD9ACE}" type="parTrans" cxnId="{E500AA8F-B2C2-46AF-ADC3-FC0078D069FF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70FA2071-D5BD-4685-8220-451FB872862E}" type="sibTrans" cxnId="{E500AA8F-B2C2-46AF-ADC3-FC0078D069FF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45F890CB-A024-40A5-8933-5C489C0DFC8D}">
      <dgm:prSet phldrT="[Texto]" custT="1"/>
      <dgm:spPr/>
      <dgm:t>
        <a:bodyPr/>
        <a:lstStyle/>
        <a:p>
          <a:r>
            <a:rPr lang="es-ES" sz="1600" dirty="0">
              <a:latin typeface="Calibri" panose="020F0502020204030204" pitchFamily="34" charset="0"/>
              <a:cs typeface="Calibri" panose="020F0502020204030204" pitchFamily="34" charset="0"/>
            </a:rPr>
            <a:t>Facultades</a:t>
          </a:r>
          <a:endParaRPr lang="es-CL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8F07D8E-47F6-443F-9D9E-EFBCFFC40EBD}" type="parTrans" cxnId="{8795AA8B-7AD9-49B4-8101-FD60BCD9DBCA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FA39E818-C535-4FA0-ADE7-4DD8CE68705B}" type="sibTrans" cxnId="{8795AA8B-7AD9-49B4-8101-FD60BCD9DBCA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ABABCBFB-2590-4656-9A34-B0EE52221A62}">
      <dgm:prSet phldrT="[Texto]" custT="1"/>
      <dgm:spPr/>
      <dgm:t>
        <a:bodyPr/>
        <a:lstStyle/>
        <a:p>
          <a:r>
            <a:rPr lang="es-ES" sz="1600">
              <a:latin typeface="Calibri" panose="020F0502020204030204" pitchFamily="34" charset="0"/>
              <a:cs typeface="Calibri" panose="020F0502020204030204" pitchFamily="34" charset="0"/>
            </a:rPr>
            <a:t>OTEC</a:t>
          </a:r>
          <a:endParaRPr lang="es-CL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27E7C26-83E9-4B97-BA11-108653133310}" type="parTrans" cxnId="{9F1EC0BA-33C5-4136-B491-5F1D2AD59B9A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87D5B9E7-B4DE-4DB6-B7E3-1AE1DA785CC4}" type="sibTrans" cxnId="{9F1EC0BA-33C5-4136-B491-5F1D2AD59B9A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C1625434-0D0C-45E4-A374-29689E958B4A}">
      <dgm:prSet phldrT="[Texto]" custT="1"/>
      <dgm:spPr/>
      <dgm:t>
        <a:bodyPr/>
        <a:lstStyle/>
        <a:p>
          <a:r>
            <a:rPr lang="es-ES" sz="1600">
              <a:latin typeface="Calibri" panose="020F0502020204030204" pitchFamily="34" charset="0"/>
              <a:cs typeface="Calibri" panose="020F0502020204030204" pitchFamily="34" charset="0"/>
            </a:rPr>
            <a:t>CMD</a:t>
          </a:r>
          <a:endParaRPr lang="es-CL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7183C8A-2320-4EEF-AD44-B5C27776F146}" type="parTrans" cxnId="{C6FD96EE-8C4C-46DD-BA18-11F0B307CB9C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06EBA075-D0B5-4B0C-A40E-594A9FE37530}" type="sibTrans" cxnId="{C6FD96EE-8C4C-46DD-BA18-11F0B307CB9C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384AAE55-507A-407A-AEA5-1DE568C9B700}">
      <dgm:prSet phldrT="[Texto]" custT="1"/>
      <dgm:spPr/>
      <dgm:t>
        <a:bodyPr/>
        <a:lstStyle/>
        <a:p>
          <a:r>
            <a:rPr lang="es-ES" sz="1600">
              <a:latin typeface="Calibri" panose="020F0502020204030204" pitchFamily="34" charset="0"/>
              <a:cs typeface="Calibri" panose="020F0502020204030204" pitchFamily="34" charset="0"/>
            </a:rPr>
            <a:t>CTA</a:t>
          </a:r>
          <a:endParaRPr lang="es-CL" sz="16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08BB49E-9C71-411B-BB7C-5E4A9DFEDC1D}" type="parTrans" cxnId="{4CAAD351-242B-410E-90A7-F071A716A02C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82429836-C045-42EB-9C67-155BDE856E3A}" type="sibTrans" cxnId="{4CAAD351-242B-410E-90A7-F071A716A02C}">
      <dgm:prSet/>
      <dgm:spPr/>
      <dgm:t>
        <a:bodyPr/>
        <a:lstStyle/>
        <a:p>
          <a:endParaRPr lang="es-CL" sz="1600">
            <a:latin typeface="+mj-lt"/>
            <a:cs typeface="Calibri" panose="020F0502020204030204" pitchFamily="34" charset="0"/>
          </a:endParaRPr>
        </a:p>
      </dgm:t>
    </dgm:pt>
    <dgm:pt modelId="{4020D2FC-D385-4B9F-B0AC-9D8665925CC2}" type="pres">
      <dgm:prSet presAssocID="{1E7CC57A-FE66-4EA2-993F-F6A822238014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6F747DD-F1EB-45A3-8777-82E39D750BFF}" type="pres">
      <dgm:prSet presAssocID="{1E7CC57A-FE66-4EA2-993F-F6A822238014}" presName="hierFlow" presStyleCnt="0"/>
      <dgm:spPr/>
    </dgm:pt>
    <dgm:pt modelId="{9D96A1BF-57AF-487F-B897-922142C95015}" type="pres">
      <dgm:prSet presAssocID="{1E7CC57A-FE66-4EA2-993F-F6A822238014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618BC85-B87D-42D8-B7DA-7B9B94AA3C1F}" type="pres">
      <dgm:prSet presAssocID="{E1889020-CE62-4002-96D6-443F425CDAE2}" presName="Name14" presStyleCnt="0"/>
      <dgm:spPr/>
    </dgm:pt>
    <dgm:pt modelId="{85D19731-2EBD-4D46-8E21-9797B4D2AAE6}" type="pres">
      <dgm:prSet presAssocID="{E1889020-CE62-4002-96D6-443F425CDAE2}" presName="level1Shape" presStyleLbl="node0" presStyleIdx="0" presStyleCnt="1">
        <dgm:presLayoutVars>
          <dgm:chPref val="3"/>
        </dgm:presLayoutVars>
      </dgm:prSet>
      <dgm:spPr/>
    </dgm:pt>
    <dgm:pt modelId="{52E6FEC1-81D1-43A3-B68F-52E45DE30363}" type="pres">
      <dgm:prSet presAssocID="{E1889020-CE62-4002-96D6-443F425CDAE2}" presName="hierChild2" presStyleCnt="0"/>
      <dgm:spPr/>
    </dgm:pt>
    <dgm:pt modelId="{8352D515-D78E-4300-A811-8F7C94F7134F}" type="pres">
      <dgm:prSet presAssocID="{89126A80-FE4D-49EE-9E3F-C610184B1333}" presName="Name19" presStyleLbl="parChTrans1D2" presStyleIdx="0" presStyleCnt="4"/>
      <dgm:spPr/>
    </dgm:pt>
    <dgm:pt modelId="{798FD6CB-F690-4FF6-B975-641A974E0B45}" type="pres">
      <dgm:prSet presAssocID="{03EECA19-C367-4531-B171-922E4DF4920C}" presName="Name21" presStyleCnt="0"/>
      <dgm:spPr/>
    </dgm:pt>
    <dgm:pt modelId="{B16F076D-CB70-4FEA-BF7F-89D8249CEC39}" type="pres">
      <dgm:prSet presAssocID="{03EECA19-C367-4531-B171-922E4DF4920C}" presName="level2Shape" presStyleLbl="node2" presStyleIdx="0" presStyleCnt="4"/>
      <dgm:spPr/>
    </dgm:pt>
    <dgm:pt modelId="{79F1255C-F60F-4FDE-9173-3FCC1908C4FC}" type="pres">
      <dgm:prSet presAssocID="{03EECA19-C367-4531-B171-922E4DF4920C}" presName="hierChild3" presStyleCnt="0"/>
      <dgm:spPr/>
    </dgm:pt>
    <dgm:pt modelId="{C30CE4DC-D44A-4248-B12C-E39B849C1404}" type="pres">
      <dgm:prSet presAssocID="{627E7C26-83E9-4B97-BA11-108653133310}" presName="Name19" presStyleLbl="parChTrans1D3" presStyleIdx="0" presStyleCnt="3"/>
      <dgm:spPr/>
    </dgm:pt>
    <dgm:pt modelId="{9425060F-4A82-4EA9-9BB1-EE05D7D42570}" type="pres">
      <dgm:prSet presAssocID="{ABABCBFB-2590-4656-9A34-B0EE52221A62}" presName="Name21" presStyleCnt="0"/>
      <dgm:spPr/>
    </dgm:pt>
    <dgm:pt modelId="{D400AEF3-9E2E-4E4C-B3D4-0D5DF876F464}" type="pres">
      <dgm:prSet presAssocID="{ABABCBFB-2590-4656-9A34-B0EE52221A62}" presName="level2Shape" presStyleLbl="node3" presStyleIdx="0" presStyleCnt="3" custLinFactNeighborY="-1600"/>
      <dgm:spPr/>
    </dgm:pt>
    <dgm:pt modelId="{127F7B07-2C43-435E-AF10-018F1B2D4115}" type="pres">
      <dgm:prSet presAssocID="{ABABCBFB-2590-4656-9A34-B0EE52221A62}" presName="hierChild3" presStyleCnt="0"/>
      <dgm:spPr/>
    </dgm:pt>
    <dgm:pt modelId="{62C579D6-5041-477A-BF85-92938F7B6561}" type="pres">
      <dgm:prSet presAssocID="{6E924F31-A20C-408A-A791-D300C4968A0A}" presName="Name19" presStyleLbl="parChTrans1D2" presStyleIdx="1" presStyleCnt="4"/>
      <dgm:spPr/>
    </dgm:pt>
    <dgm:pt modelId="{E9A901B1-619A-475E-ACD8-5E5A7A6F0B8F}" type="pres">
      <dgm:prSet presAssocID="{0E39EDAB-5D87-4B0D-9B4E-27398FA7106C}" presName="Name21" presStyleCnt="0"/>
      <dgm:spPr/>
    </dgm:pt>
    <dgm:pt modelId="{C2868A98-5650-4B3C-95E2-C7816875B9DB}" type="pres">
      <dgm:prSet presAssocID="{0E39EDAB-5D87-4B0D-9B4E-27398FA7106C}" presName="level2Shape" presStyleLbl="node2" presStyleIdx="1" presStyleCnt="4"/>
      <dgm:spPr/>
    </dgm:pt>
    <dgm:pt modelId="{777E9142-7361-4E85-9BCF-BB1A9306EAA9}" type="pres">
      <dgm:prSet presAssocID="{0E39EDAB-5D87-4B0D-9B4E-27398FA7106C}" presName="hierChild3" presStyleCnt="0"/>
      <dgm:spPr/>
    </dgm:pt>
    <dgm:pt modelId="{9865EA47-3C77-41B7-82A5-3F85AE52678E}" type="pres">
      <dgm:prSet presAssocID="{E7183C8A-2320-4EEF-AD44-B5C27776F146}" presName="Name19" presStyleLbl="parChTrans1D3" presStyleIdx="1" presStyleCnt="3"/>
      <dgm:spPr/>
    </dgm:pt>
    <dgm:pt modelId="{479BD0A0-17A1-4665-ACCF-71E3E3136994}" type="pres">
      <dgm:prSet presAssocID="{C1625434-0D0C-45E4-A374-29689E958B4A}" presName="Name21" presStyleCnt="0"/>
      <dgm:spPr/>
    </dgm:pt>
    <dgm:pt modelId="{0B7860AF-8F42-4184-8EA6-6D29B677E1E4}" type="pres">
      <dgm:prSet presAssocID="{C1625434-0D0C-45E4-A374-29689E958B4A}" presName="level2Shape" presStyleLbl="node3" presStyleIdx="1" presStyleCnt="3"/>
      <dgm:spPr/>
    </dgm:pt>
    <dgm:pt modelId="{92520103-75D5-45C7-BBBE-51DBDB174DF3}" type="pres">
      <dgm:prSet presAssocID="{C1625434-0D0C-45E4-A374-29689E958B4A}" presName="hierChild3" presStyleCnt="0"/>
      <dgm:spPr/>
    </dgm:pt>
    <dgm:pt modelId="{20E055F0-676D-4224-84DF-EB8FEA661530}" type="pres">
      <dgm:prSet presAssocID="{908BB49E-9C71-411B-BB7C-5E4A9DFEDC1D}" presName="Name19" presStyleLbl="parChTrans1D3" presStyleIdx="2" presStyleCnt="3"/>
      <dgm:spPr/>
    </dgm:pt>
    <dgm:pt modelId="{821646FD-1C39-4D6A-9EFB-811DECF08189}" type="pres">
      <dgm:prSet presAssocID="{384AAE55-507A-407A-AEA5-1DE568C9B700}" presName="Name21" presStyleCnt="0"/>
      <dgm:spPr/>
    </dgm:pt>
    <dgm:pt modelId="{53504E17-88E7-44E2-9F4C-4B210AAC5E00}" type="pres">
      <dgm:prSet presAssocID="{384AAE55-507A-407A-AEA5-1DE568C9B700}" presName="level2Shape" presStyleLbl="node3" presStyleIdx="2" presStyleCnt="3"/>
      <dgm:spPr/>
    </dgm:pt>
    <dgm:pt modelId="{8F752646-65EE-4BA6-8B61-FFE3A8054362}" type="pres">
      <dgm:prSet presAssocID="{384AAE55-507A-407A-AEA5-1DE568C9B700}" presName="hierChild3" presStyleCnt="0"/>
      <dgm:spPr/>
    </dgm:pt>
    <dgm:pt modelId="{DA25217B-1918-485F-9E4F-6800DB56A1F3}" type="pres">
      <dgm:prSet presAssocID="{9ACFAA88-D636-4B4A-8414-909BBACD9ACE}" presName="Name19" presStyleLbl="parChTrans1D2" presStyleIdx="2" presStyleCnt="4"/>
      <dgm:spPr/>
    </dgm:pt>
    <dgm:pt modelId="{5EBB4862-279B-4AFB-AACB-95BC53E0C302}" type="pres">
      <dgm:prSet presAssocID="{13C4CADE-5C8B-4E27-9A61-C8273A1ED3F1}" presName="Name21" presStyleCnt="0"/>
      <dgm:spPr/>
    </dgm:pt>
    <dgm:pt modelId="{ED04A32C-E2EF-4C5B-92C2-AA6011E858A2}" type="pres">
      <dgm:prSet presAssocID="{13C4CADE-5C8B-4E27-9A61-C8273A1ED3F1}" presName="level2Shape" presStyleLbl="node2" presStyleIdx="2" presStyleCnt="4"/>
      <dgm:spPr/>
    </dgm:pt>
    <dgm:pt modelId="{5B7A7E33-F6E1-4201-A28F-54B8DE63C71A}" type="pres">
      <dgm:prSet presAssocID="{13C4CADE-5C8B-4E27-9A61-C8273A1ED3F1}" presName="hierChild3" presStyleCnt="0"/>
      <dgm:spPr/>
    </dgm:pt>
    <dgm:pt modelId="{6069ACB1-89E8-4CCB-85D5-2CB35DDD2AF1}" type="pres">
      <dgm:prSet presAssocID="{28F07D8E-47F6-443F-9D9E-EFBCFFC40EBD}" presName="Name19" presStyleLbl="parChTrans1D2" presStyleIdx="3" presStyleCnt="4"/>
      <dgm:spPr/>
    </dgm:pt>
    <dgm:pt modelId="{99F6C8C7-816F-4E3D-BC0D-B125491DBDC2}" type="pres">
      <dgm:prSet presAssocID="{45F890CB-A024-40A5-8933-5C489C0DFC8D}" presName="Name21" presStyleCnt="0"/>
      <dgm:spPr/>
    </dgm:pt>
    <dgm:pt modelId="{D47E8DA1-83E9-4488-BA65-48E96482C0EB}" type="pres">
      <dgm:prSet presAssocID="{45F890CB-A024-40A5-8933-5C489C0DFC8D}" presName="level2Shape" presStyleLbl="node2" presStyleIdx="3" presStyleCnt="4"/>
      <dgm:spPr/>
    </dgm:pt>
    <dgm:pt modelId="{24364C16-4C28-4627-8F94-A434DA686584}" type="pres">
      <dgm:prSet presAssocID="{45F890CB-A024-40A5-8933-5C489C0DFC8D}" presName="hierChild3" presStyleCnt="0"/>
      <dgm:spPr/>
    </dgm:pt>
    <dgm:pt modelId="{124BCC0D-29D6-40E2-BFB6-3D944AD31535}" type="pres">
      <dgm:prSet presAssocID="{1E7CC57A-FE66-4EA2-993F-F6A822238014}" presName="bgShapesFlow" presStyleCnt="0"/>
      <dgm:spPr/>
    </dgm:pt>
  </dgm:ptLst>
  <dgm:cxnLst>
    <dgm:cxn modelId="{65F1CB0D-7087-4A08-A4CE-36658DF87620}" srcId="{E1889020-CE62-4002-96D6-443F425CDAE2}" destId="{0E39EDAB-5D87-4B0D-9B4E-27398FA7106C}" srcOrd="1" destOrd="0" parTransId="{6E924F31-A20C-408A-A791-D300C4968A0A}" sibTransId="{7CD332E1-2E0D-4DE4-A033-5AD8CAA0B844}"/>
    <dgm:cxn modelId="{7E134815-A0F9-4746-BC3C-2F7A721F720C}" type="presOf" srcId="{627E7C26-83E9-4B97-BA11-108653133310}" destId="{C30CE4DC-D44A-4248-B12C-E39B849C1404}" srcOrd="0" destOrd="0" presId="urn:microsoft.com/office/officeart/2005/8/layout/hierarchy6"/>
    <dgm:cxn modelId="{E5FB2729-93F1-414E-85A0-1999FB4F7051}" type="presOf" srcId="{6E924F31-A20C-408A-A791-D300C4968A0A}" destId="{62C579D6-5041-477A-BF85-92938F7B6561}" srcOrd="0" destOrd="0" presId="urn:microsoft.com/office/officeart/2005/8/layout/hierarchy6"/>
    <dgm:cxn modelId="{31CBE92E-2FE4-4C2C-8C5F-469BF7215088}" type="presOf" srcId="{13C4CADE-5C8B-4E27-9A61-C8273A1ED3F1}" destId="{ED04A32C-E2EF-4C5B-92C2-AA6011E858A2}" srcOrd="0" destOrd="0" presId="urn:microsoft.com/office/officeart/2005/8/layout/hierarchy6"/>
    <dgm:cxn modelId="{AD53D938-3E77-402D-8A1A-EA49BBCC9B0C}" srcId="{1E7CC57A-FE66-4EA2-993F-F6A822238014}" destId="{E1889020-CE62-4002-96D6-443F425CDAE2}" srcOrd="0" destOrd="0" parTransId="{55300C6D-DD54-4BF2-B8DD-3A566FFD3F7A}" sibTransId="{05B6343F-1C03-4609-BAB0-4B360FED5D1C}"/>
    <dgm:cxn modelId="{115C6C3C-EB55-45DA-8E6A-0AEC3D2889A3}" type="presOf" srcId="{45F890CB-A024-40A5-8933-5C489C0DFC8D}" destId="{D47E8DA1-83E9-4488-BA65-48E96482C0EB}" srcOrd="0" destOrd="0" presId="urn:microsoft.com/office/officeart/2005/8/layout/hierarchy6"/>
    <dgm:cxn modelId="{8F4CC45C-A803-41AB-ACA5-CCA5C03555C6}" type="presOf" srcId="{C1625434-0D0C-45E4-A374-29689E958B4A}" destId="{0B7860AF-8F42-4184-8EA6-6D29B677E1E4}" srcOrd="0" destOrd="0" presId="urn:microsoft.com/office/officeart/2005/8/layout/hierarchy6"/>
    <dgm:cxn modelId="{17CE7F4F-49C4-44E2-A6B1-7AEBB1A69E62}" type="presOf" srcId="{9ACFAA88-D636-4B4A-8414-909BBACD9ACE}" destId="{DA25217B-1918-485F-9E4F-6800DB56A1F3}" srcOrd="0" destOrd="0" presId="urn:microsoft.com/office/officeart/2005/8/layout/hierarchy6"/>
    <dgm:cxn modelId="{4CAAD351-242B-410E-90A7-F071A716A02C}" srcId="{0E39EDAB-5D87-4B0D-9B4E-27398FA7106C}" destId="{384AAE55-507A-407A-AEA5-1DE568C9B700}" srcOrd="1" destOrd="0" parTransId="{908BB49E-9C71-411B-BB7C-5E4A9DFEDC1D}" sibTransId="{82429836-C045-42EB-9C67-155BDE856E3A}"/>
    <dgm:cxn modelId="{EF836E7C-7F57-4325-B4FF-6E5C3557B0D8}" type="presOf" srcId="{03EECA19-C367-4531-B171-922E4DF4920C}" destId="{B16F076D-CB70-4FEA-BF7F-89D8249CEC39}" srcOrd="0" destOrd="0" presId="urn:microsoft.com/office/officeart/2005/8/layout/hierarchy6"/>
    <dgm:cxn modelId="{7DCAE87D-6BE3-4091-9388-80E91C0A12D9}" type="presOf" srcId="{1E7CC57A-FE66-4EA2-993F-F6A822238014}" destId="{4020D2FC-D385-4B9F-B0AC-9D8665925CC2}" srcOrd="0" destOrd="0" presId="urn:microsoft.com/office/officeart/2005/8/layout/hierarchy6"/>
    <dgm:cxn modelId="{52DAA08A-0F2F-4CDE-A162-2AB4352A1819}" srcId="{E1889020-CE62-4002-96D6-443F425CDAE2}" destId="{03EECA19-C367-4531-B171-922E4DF4920C}" srcOrd="0" destOrd="0" parTransId="{89126A80-FE4D-49EE-9E3F-C610184B1333}" sibTransId="{678F2997-C4D9-4C63-A11C-A74EEE57D0B4}"/>
    <dgm:cxn modelId="{8795AA8B-7AD9-49B4-8101-FD60BCD9DBCA}" srcId="{E1889020-CE62-4002-96D6-443F425CDAE2}" destId="{45F890CB-A024-40A5-8933-5C489C0DFC8D}" srcOrd="3" destOrd="0" parTransId="{28F07D8E-47F6-443F-9D9E-EFBCFFC40EBD}" sibTransId="{FA39E818-C535-4FA0-ADE7-4DD8CE68705B}"/>
    <dgm:cxn modelId="{D903AD8B-24B1-44D9-A8AF-7EEB8455F054}" type="presOf" srcId="{384AAE55-507A-407A-AEA5-1DE568C9B700}" destId="{53504E17-88E7-44E2-9F4C-4B210AAC5E00}" srcOrd="0" destOrd="0" presId="urn:microsoft.com/office/officeart/2005/8/layout/hierarchy6"/>
    <dgm:cxn modelId="{E500AA8F-B2C2-46AF-ADC3-FC0078D069FF}" srcId="{E1889020-CE62-4002-96D6-443F425CDAE2}" destId="{13C4CADE-5C8B-4E27-9A61-C8273A1ED3F1}" srcOrd="2" destOrd="0" parTransId="{9ACFAA88-D636-4B4A-8414-909BBACD9ACE}" sibTransId="{70FA2071-D5BD-4685-8220-451FB872862E}"/>
    <dgm:cxn modelId="{08717393-D7BA-4D46-94E8-07666CB471D3}" type="presOf" srcId="{ABABCBFB-2590-4656-9A34-B0EE52221A62}" destId="{D400AEF3-9E2E-4E4C-B3D4-0D5DF876F464}" srcOrd="0" destOrd="0" presId="urn:microsoft.com/office/officeart/2005/8/layout/hierarchy6"/>
    <dgm:cxn modelId="{E45CDA95-3881-48D8-B8FB-D22F36D68B0B}" type="presOf" srcId="{0E39EDAB-5D87-4B0D-9B4E-27398FA7106C}" destId="{C2868A98-5650-4B3C-95E2-C7816875B9DB}" srcOrd="0" destOrd="0" presId="urn:microsoft.com/office/officeart/2005/8/layout/hierarchy6"/>
    <dgm:cxn modelId="{25EEE19D-664E-4A66-B559-A0E2B463EE8C}" type="presOf" srcId="{908BB49E-9C71-411B-BB7C-5E4A9DFEDC1D}" destId="{20E055F0-676D-4224-84DF-EB8FEA661530}" srcOrd="0" destOrd="0" presId="urn:microsoft.com/office/officeart/2005/8/layout/hierarchy6"/>
    <dgm:cxn modelId="{867781B2-491D-40E3-83B3-263513A4DD9B}" type="presOf" srcId="{E7183C8A-2320-4EEF-AD44-B5C27776F146}" destId="{9865EA47-3C77-41B7-82A5-3F85AE52678E}" srcOrd="0" destOrd="0" presId="urn:microsoft.com/office/officeart/2005/8/layout/hierarchy6"/>
    <dgm:cxn modelId="{9F1EC0BA-33C5-4136-B491-5F1D2AD59B9A}" srcId="{03EECA19-C367-4531-B171-922E4DF4920C}" destId="{ABABCBFB-2590-4656-9A34-B0EE52221A62}" srcOrd="0" destOrd="0" parTransId="{627E7C26-83E9-4B97-BA11-108653133310}" sibTransId="{87D5B9E7-B4DE-4DB6-B7E3-1AE1DA785CC4}"/>
    <dgm:cxn modelId="{E0C36BC3-7511-4694-B1AA-341328020F7A}" type="presOf" srcId="{E1889020-CE62-4002-96D6-443F425CDAE2}" destId="{85D19731-2EBD-4D46-8E21-9797B4D2AAE6}" srcOrd="0" destOrd="0" presId="urn:microsoft.com/office/officeart/2005/8/layout/hierarchy6"/>
    <dgm:cxn modelId="{C6FD96EE-8C4C-46DD-BA18-11F0B307CB9C}" srcId="{0E39EDAB-5D87-4B0D-9B4E-27398FA7106C}" destId="{C1625434-0D0C-45E4-A374-29689E958B4A}" srcOrd="0" destOrd="0" parTransId="{E7183C8A-2320-4EEF-AD44-B5C27776F146}" sibTransId="{06EBA075-D0B5-4B0C-A40E-594A9FE37530}"/>
    <dgm:cxn modelId="{AC45B3F8-DD37-4BB7-BA7F-444EA86A30DC}" type="presOf" srcId="{89126A80-FE4D-49EE-9E3F-C610184B1333}" destId="{8352D515-D78E-4300-A811-8F7C94F7134F}" srcOrd="0" destOrd="0" presId="urn:microsoft.com/office/officeart/2005/8/layout/hierarchy6"/>
    <dgm:cxn modelId="{6A6BC3FE-A089-413E-B2E6-797DA98B3727}" type="presOf" srcId="{28F07D8E-47F6-443F-9D9E-EFBCFFC40EBD}" destId="{6069ACB1-89E8-4CCB-85D5-2CB35DDD2AF1}" srcOrd="0" destOrd="0" presId="urn:microsoft.com/office/officeart/2005/8/layout/hierarchy6"/>
    <dgm:cxn modelId="{CE96E9A5-EF5B-4683-8E13-73EE6EC754AC}" type="presParOf" srcId="{4020D2FC-D385-4B9F-B0AC-9D8665925CC2}" destId="{26F747DD-F1EB-45A3-8777-82E39D750BFF}" srcOrd="0" destOrd="0" presId="urn:microsoft.com/office/officeart/2005/8/layout/hierarchy6"/>
    <dgm:cxn modelId="{8D05B625-2EB3-425A-925D-839D659C1721}" type="presParOf" srcId="{26F747DD-F1EB-45A3-8777-82E39D750BFF}" destId="{9D96A1BF-57AF-487F-B897-922142C95015}" srcOrd="0" destOrd="0" presId="urn:microsoft.com/office/officeart/2005/8/layout/hierarchy6"/>
    <dgm:cxn modelId="{FD5BF7D0-05CF-494E-A2D2-CE273AE2FB23}" type="presParOf" srcId="{9D96A1BF-57AF-487F-B897-922142C95015}" destId="{B618BC85-B87D-42D8-B7DA-7B9B94AA3C1F}" srcOrd="0" destOrd="0" presId="urn:microsoft.com/office/officeart/2005/8/layout/hierarchy6"/>
    <dgm:cxn modelId="{C6CEED64-1C32-4A10-A08A-E147D6F59C52}" type="presParOf" srcId="{B618BC85-B87D-42D8-B7DA-7B9B94AA3C1F}" destId="{85D19731-2EBD-4D46-8E21-9797B4D2AAE6}" srcOrd="0" destOrd="0" presId="urn:microsoft.com/office/officeart/2005/8/layout/hierarchy6"/>
    <dgm:cxn modelId="{E09B4BE9-1073-4225-9BEA-3CC82D388581}" type="presParOf" srcId="{B618BC85-B87D-42D8-B7DA-7B9B94AA3C1F}" destId="{52E6FEC1-81D1-43A3-B68F-52E45DE30363}" srcOrd="1" destOrd="0" presId="urn:microsoft.com/office/officeart/2005/8/layout/hierarchy6"/>
    <dgm:cxn modelId="{C3993728-9560-4035-9913-B068E7E6E313}" type="presParOf" srcId="{52E6FEC1-81D1-43A3-B68F-52E45DE30363}" destId="{8352D515-D78E-4300-A811-8F7C94F7134F}" srcOrd="0" destOrd="0" presId="urn:microsoft.com/office/officeart/2005/8/layout/hierarchy6"/>
    <dgm:cxn modelId="{F755B2A9-E24C-462E-961A-CEEC07BF692E}" type="presParOf" srcId="{52E6FEC1-81D1-43A3-B68F-52E45DE30363}" destId="{798FD6CB-F690-4FF6-B975-641A974E0B45}" srcOrd="1" destOrd="0" presId="urn:microsoft.com/office/officeart/2005/8/layout/hierarchy6"/>
    <dgm:cxn modelId="{F56E39F8-D0A5-4D1B-A912-D1330937BA9E}" type="presParOf" srcId="{798FD6CB-F690-4FF6-B975-641A974E0B45}" destId="{B16F076D-CB70-4FEA-BF7F-89D8249CEC39}" srcOrd="0" destOrd="0" presId="urn:microsoft.com/office/officeart/2005/8/layout/hierarchy6"/>
    <dgm:cxn modelId="{66C8AA37-ACEE-419D-851F-6A6FA5D46C18}" type="presParOf" srcId="{798FD6CB-F690-4FF6-B975-641A974E0B45}" destId="{79F1255C-F60F-4FDE-9173-3FCC1908C4FC}" srcOrd="1" destOrd="0" presId="urn:microsoft.com/office/officeart/2005/8/layout/hierarchy6"/>
    <dgm:cxn modelId="{BDDCA3B7-C3C2-4FB9-8516-BE835DF6A97C}" type="presParOf" srcId="{79F1255C-F60F-4FDE-9173-3FCC1908C4FC}" destId="{C30CE4DC-D44A-4248-B12C-E39B849C1404}" srcOrd="0" destOrd="0" presId="urn:microsoft.com/office/officeart/2005/8/layout/hierarchy6"/>
    <dgm:cxn modelId="{90537716-5A81-458F-8201-6BC857313261}" type="presParOf" srcId="{79F1255C-F60F-4FDE-9173-3FCC1908C4FC}" destId="{9425060F-4A82-4EA9-9BB1-EE05D7D42570}" srcOrd="1" destOrd="0" presId="urn:microsoft.com/office/officeart/2005/8/layout/hierarchy6"/>
    <dgm:cxn modelId="{EC597D1A-4FBA-4328-A7A3-6BC9D0871C67}" type="presParOf" srcId="{9425060F-4A82-4EA9-9BB1-EE05D7D42570}" destId="{D400AEF3-9E2E-4E4C-B3D4-0D5DF876F464}" srcOrd="0" destOrd="0" presId="urn:microsoft.com/office/officeart/2005/8/layout/hierarchy6"/>
    <dgm:cxn modelId="{BFD474AD-660E-48D9-944E-78058D4C99F3}" type="presParOf" srcId="{9425060F-4A82-4EA9-9BB1-EE05D7D42570}" destId="{127F7B07-2C43-435E-AF10-018F1B2D4115}" srcOrd="1" destOrd="0" presId="urn:microsoft.com/office/officeart/2005/8/layout/hierarchy6"/>
    <dgm:cxn modelId="{43B110F2-8F46-4896-AF6D-F4C62489E5C6}" type="presParOf" srcId="{52E6FEC1-81D1-43A3-B68F-52E45DE30363}" destId="{62C579D6-5041-477A-BF85-92938F7B6561}" srcOrd="2" destOrd="0" presId="urn:microsoft.com/office/officeart/2005/8/layout/hierarchy6"/>
    <dgm:cxn modelId="{A30A13F3-DA60-4DD5-A462-7749A84D65DB}" type="presParOf" srcId="{52E6FEC1-81D1-43A3-B68F-52E45DE30363}" destId="{E9A901B1-619A-475E-ACD8-5E5A7A6F0B8F}" srcOrd="3" destOrd="0" presId="urn:microsoft.com/office/officeart/2005/8/layout/hierarchy6"/>
    <dgm:cxn modelId="{2461D325-8322-4477-993C-FD8655136432}" type="presParOf" srcId="{E9A901B1-619A-475E-ACD8-5E5A7A6F0B8F}" destId="{C2868A98-5650-4B3C-95E2-C7816875B9DB}" srcOrd="0" destOrd="0" presId="urn:microsoft.com/office/officeart/2005/8/layout/hierarchy6"/>
    <dgm:cxn modelId="{910588DE-F844-42AC-962C-711EA28469D2}" type="presParOf" srcId="{E9A901B1-619A-475E-ACD8-5E5A7A6F0B8F}" destId="{777E9142-7361-4E85-9BCF-BB1A9306EAA9}" srcOrd="1" destOrd="0" presId="urn:microsoft.com/office/officeart/2005/8/layout/hierarchy6"/>
    <dgm:cxn modelId="{13552FD0-51B8-4F58-82FF-BED79F1898C6}" type="presParOf" srcId="{777E9142-7361-4E85-9BCF-BB1A9306EAA9}" destId="{9865EA47-3C77-41B7-82A5-3F85AE52678E}" srcOrd="0" destOrd="0" presId="urn:microsoft.com/office/officeart/2005/8/layout/hierarchy6"/>
    <dgm:cxn modelId="{8D2BC927-E643-4CDA-A8C8-6C248BDCC070}" type="presParOf" srcId="{777E9142-7361-4E85-9BCF-BB1A9306EAA9}" destId="{479BD0A0-17A1-4665-ACCF-71E3E3136994}" srcOrd="1" destOrd="0" presId="urn:microsoft.com/office/officeart/2005/8/layout/hierarchy6"/>
    <dgm:cxn modelId="{E422EC30-BC6B-4AF9-A28E-20852D165163}" type="presParOf" srcId="{479BD0A0-17A1-4665-ACCF-71E3E3136994}" destId="{0B7860AF-8F42-4184-8EA6-6D29B677E1E4}" srcOrd="0" destOrd="0" presId="urn:microsoft.com/office/officeart/2005/8/layout/hierarchy6"/>
    <dgm:cxn modelId="{FC1D25D7-4A18-479F-9F7E-F83A1682568C}" type="presParOf" srcId="{479BD0A0-17A1-4665-ACCF-71E3E3136994}" destId="{92520103-75D5-45C7-BBBE-51DBDB174DF3}" srcOrd="1" destOrd="0" presId="urn:microsoft.com/office/officeart/2005/8/layout/hierarchy6"/>
    <dgm:cxn modelId="{EE182B8C-09E1-46AB-913F-4BA43ACE67BA}" type="presParOf" srcId="{777E9142-7361-4E85-9BCF-BB1A9306EAA9}" destId="{20E055F0-676D-4224-84DF-EB8FEA661530}" srcOrd="2" destOrd="0" presId="urn:microsoft.com/office/officeart/2005/8/layout/hierarchy6"/>
    <dgm:cxn modelId="{7E536D68-D9A5-43CB-A99E-E8B7324456C3}" type="presParOf" srcId="{777E9142-7361-4E85-9BCF-BB1A9306EAA9}" destId="{821646FD-1C39-4D6A-9EFB-811DECF08189}" srcOrd="3" destOrd="0" presId="urn:microsoft.com/office/officeart/2005/8/layout/hierarchy6"/>
    <dgm:cxn modelId="{7705EEB4-B963-4FA3-975B-E3F4875AD7BF}" type="presParOf" srcId="{821646FD-1C39-4D6A-9EFB-811DECF08189}" destId="{53504E17-88E7-44E2-9F4C-4B210AAC5E00}" srcOrd="0" destOrd="0" presId="urn:microsoft.com/office/officeart/2005/8/layout/hierarchy6"/>
    <dgm:cxn modelId="{2CDD0F97-47EE-4FE3-9AE2-72D1C87E7A72}" type="presParOf" srcId="{821646FD-1C39-4D6A-9EFB-811DECF08189}" destId="{8F752646-65EE-4BA6-8B61-FFE3A8054362}" srcOrd="1" destOrd="0" presId="urn:microsoft.com/office/officeart/2005/8/layout/hierarchy6"/>
    <dgm:cxn modelId="{4548E8CC-75BF-48F4-9CCF-4C1BF3924F0E}" type="presParOf" srcId="{52E6FEC1-81D1-43A3-B68F-52E45DE30363}" destId="{DA25217B-1918-485F-9E4F-6800DB56A1F3}" srcOrd="4" destOrd="0" presId="urn:microsoft.com/office/officeart/2005/8/layout/hierarchy6"/>
    <dgm:cxn modelId="{4765D421-4F9A-4415-A5E2-AE3215DD26DB}" type="presParOf" srcId="{52E6FEC1-81D1-43A3-B68F-52E45DE30363}" destId="{5EBB4862-279B-4AFB-AACB-95BC53E0C302}" srcOrd="5" destOrd="0" presId="urn:microsoft.com/office/officeart/2005/8/layout/hierarchy6"/>
    <dgm:cxn modelId="{440E82F2-EAFB-4FB2-B78B-E8009D06F40E}" type="presParOf" srcId="{5EBB4862-279B-4AFB-AACB-95BC53E0C302}" destId="{ED04A32C-E2EF-4C5B-92C2-AA6011E858A2}" srcOrd="0" destOrd="0" presId="urn:microsoft.com/office/officeart/2005/8/layout/hierarchy6"/>
    <dgm:cxn modelId="{ED419064-A783-4F25-AF12-DBBFB0BE609E}" type="presParOf" srcId="{5EBB4862-279B-4AFB-AACB-95BC53E0C302}" destId="{5B7A7E33-F6E1-4201-A28F-54B8DE63C71A}" srcOrd="1" destOrd="0" presId="urn:microsoft.com/office/officeart/2005/8/layout/hierarchy6"/>
    <dgm:cxn modelId="{B0D094A4-7F11-4657-8F7F-6F3D1D37B496}" type="presParOf" srcId="{52E6FEC1-81D1-43A3-B68F-52E45DE30363}" destId="{6069ACB1-89E8-4CCB-85D5-2CB35DDD2AF1}" srcOrd="6" destOrd="0" presId="urn:microsoft.com/office/officeart/2005/8/layout/hierarchy6"/>
    <dgm:cxn modelId="{0F915EC8-2AB7-49D1-8D93-97E9E7367ECE}" type="presParOf" srcId="{52E6FEC1-81D1-43A3-B68F-52E45DE30363}" destId="{99F6C8C7-816F-4E3D-BC0D-B125491DBDC2}" srcOrd="7" destOrd="0" presId="urn:microsoft.com/office/officeart/2005/8/layout/hierarchy6"/>
    <dgm:cxn modelId="{08EBB2FD-CD8A-46F3-9ECE-C4B62B95E50C}" type="presParOf" srcId="{99F6C8C7-816F-4E3D-BC0D-B125491DBDC2}" destId="{D47E8DA1-83E9-4488-BA65-48E96482C0EB}" srcOrd="0" destOrd="0" presId="urn:microsoft.com/office/officeart/2005/8/layout/hierarchy6"/>
    <dgm:cxn modelId="{0FE2C8BF-FC15-4ABB-A24F-79BDB61B1878}" type="presParOf" srcId="{99F6C8C7-816F-4E3D-BC0D-B125491DBDC2}" destId="{24364C16-4C28-4627-8F94-A434DA686584}" srcOrd="1" destOrd="0" presId="urn:microsoft.com/office/officeart/2005/8/layout/hierarchy6"/>
    <dgm:cxn modelId="{8ECCB218-68EA-48B7-A78E-80EC35F2D720}" type="presParOf" srcId="{4020D2FC-D385-4B9F-B0AC-9D8665925CC2}" destId="{124BCC0D-29D6-40E2-BFB6-3D944AD3153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14879C-AB67-4684-A8BA-A5BC6D0DE7BE}" type="doc">
      <dgm:prSet loTypeId="urn:microsoft.com/office/officeart/2005/8/layout/radial3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CL"/>
        </a:p>
      </dgm:t>
    </dgm:pt>
    <dgm:pt modelId="{687EBECB-23B0-44CD-A9BF-4C3B5D0780E4}">
      <dgm:prSet phldrT="[Texto]" custT="1"/>
      <dgm:spPr/>
      <dgm:t>
        <a:bodyPr/>
        <a:lstStyle/>
        <a:p>
          <a:pPr>
            <a:lnSpc>
              <a:spcPct val="100000"/>
            </a:lnSpc>
            <a:spcBef>
              <a:spcPts val="600"/>
            </a:spcBef>
          </a:pPr>
          <a:r>
            <a:rPr lang="fr-FR" sz="1400" b="0" i="0" dirty="0" err="1"/>
            <a:t>ullam</a:t>
          </a:r>
          <a:r>
            <a:rPr lang="fr-FR" sz="1400" b="0" i="0" dirty="0"/>
            <a:t> a </a:t>
          </a:r>
          <a:r>
            <a:rPr lang="fr-FR" sz="1400" b="0" i="0" dirty="0" err="1"/>
            <a:t>nisi</a:t>
          </a:r>
          <a:r>
            <a:rPr lang="fr-FR" sz="1400" b="0" i="0" dirty="0"/>
            <a:t> eu </a:t>
          </a:r>
          <a:r>
            <a:rPr lang="fr-FR" sz="1400" b="0" i="0" dirty="0" err="1"/>
            <a:t>mauris</a:t>
          </a:r>
          <a:r>
            <a:rPr lang="fr-FR" sz="1400" b="0" i="0" dirty="0"/>
            <a:t> </a:t>
          </a:r>
          <a:r>
            <a:rPr lang="fr-FR" sz="1400" b="0" i="0" dirty="0" err="1"/>
            <a:t>finibus</a:t>
          </a:r>
          <a:r>
            <a:rPr lang="fr-FR" sz="1400" b="0" i="0" dirty="0"/>
            <a:t> </a:t>
          </a:r>
          <a:r>
            <a:rPr lang="fr-FR" sz="1400" b="0" i="0" dirty="0" err="1"/>
            <a:t>laor</a:t>
          </a:r>
          <a:endParaRPr lang="es-CL" sz="1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074A733-056E-4715-9D49-17ED9631D47D}" type="parTrans" cxnId="{3817DF8B-B24A-4DAB-8675-BBA3B2267AE0}">
      <dgm:prSet/>
      <dgm:spPr/>
      <dgm:t>
        <a:bodyPr/>
        <a:lstStyle/>
        <a:p>
          <a:endParaRPr lang="es-CL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2722E3D-179A-46A9-9B00-E2729E739D56}" type="sibTrans" cxnId="{3817DF8B-B24A-4DAB-8675-BBA3B2267AE0}">
      <dgm:prSet/>
      <dgm:spPr/>
      <dgm:t>
        <a:bodyPr/>
        <a:lstStyle/>
        <a:p>
          <a:endParaRPr lang="es-CL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7696B73-6DCC-4504-A1B5-D203B7C04AC5}">
      <dgm:prSet phldrT="[Texto]" custT="1"/>
      <dgm:spPr/>
      <dgm:t>
        <a:bodyPr/>
        <a:lstStyle/>
        <a:p>
          <a:pPr algn="ctr"/>
          <a:r>
            <a:rPr lang="es-CL" sz="1050" b="1" dirty="0">
              <a:latin typeface="Calibri" panose="020F0502020204030204" pitchFamily="34" charset="0"/>
              <a:cs typeface="Calibri" panose="020F0502020204030204" pitchFamily="34" charset="0"/>
            </a:rPr>
            <a:t>ITEM 1</a:t>
          </a:r>
        </a:p>
      </dgm:t>
    </dgm:pt>
    <dgm:pt modelId="{3395E7DA-0E3E-43B6-B15E-D1E32F1F1505}" type="parTrans" cxnId="{AA5AD661-C031-4C12-B4D2-12B4724C3892}">
      <dgm:prSet/>
      <dgm:spPr/>
      <dgm:t>
        <a:bodyPr/>
        <a:lstStyle/>
        <a:p>
          <a:endParaRPr lang="es-CL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2277638-B068-47BD-923D-80BD49932155}" type="sibTrans" cxnId="{AA5AD661-C031-4C12-B4D2-12B4724C3892}">
      <dgm:prSet/>
      <dgm:spPr/>
      <dgm:t>
        <a:bodyPr/>
        <a:lstStyle/>
        <a:p>
          <a:endParaRPr lang="es-CL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4BAD320-3711-4E88-BF89-0020732C1580}">
      <dgm:prSet phldrT="[Texto]" custT="1"/>
      <dgm:spPr/>
      <dgm:t>
        <a:bodyPr/>
        <a:lstStyle/>
        <a:p>
          <a:r>
            <a:rPr lang="es-CL" sz="1100" b="1" dirty="0">
              <a:latin typeface="Calibri" panose="020F0502020204030204" pitchFamily="34" charset="0"/>
              <a:cs typeface="Calibri" panose="020F0502020204030204" pitchFamily="34" charset="0"/>
            </a:rPr>
            <a:t>ITEM 3</a:t>
          </a:r>
        </a:p>
      </dgm:t>
    </dgm:pt>
    <dgm:pt modelId="{45B91534-989D-4F4F-A962-B6261CB35B85}" type="parTrans" cxnId="{37C1AD88-80FE-4BF7-BBBA-69F1B16B26A8}">
      <dgm:prSet/>
      <dgm:spPr/>
      <dgm:t>
        <a:bodyPr/>
        <a:lstStyle/>
        <a:p>
          <a:endParaRPr lang="es-CL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CFC4C8D-785D-469F-AD3B-D8ABA87CF1DF}" type="sibTrans" cxnId="{37C1AD88-80FE-4BF7-BBBA-69F1B16B26A8}">
      <dgm:prSet/>
      <dgm:spPr/>
      <dgm:t>
        <a:bodyPr/>
        <a:lstStyle/>
        <a:p>
          <a:endParaRPr lang="es-CL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D79D207-FDB2-4DCA-9522-9F49870FAF55}">
      <dgm:prSet phldrT="[Texto]" custT="1"/>
      <dgm:spPr/>
      <dgm:t>
        <a:bodyPr/>
        <a:lstStyle/>
        <a:p>
          <a:r>
            <a:rPr lang="es-CL" sz="1100" b="1" dirty="0">
              <a:latin typeface="Calibri" panose="020F0502020204030204" pitchFamily="34" charset="0"/>
              <a:cs typeface="Calibri" panose="020F0502020204030204" pitchFamily="34" charset="0"/>
            </a:rPr>
            <a:t>ITEM 4</a:t>
          </a:r>
        </a:p>
      </dgm:t>
    </dgm:pt>
    <dgm:pt modelId="{49A87F64-75C8-4F51-B43B-CD0704E7FC9C}" type="parTrans" cxnId="{BC4231A8-2573-4DB3-9081-D9578BC473CD}">
      <dgm:prSet/>
      <dgm:spPr/>
      <dgm:t>
        <a:bodyPr/>
        <a:lstStyle/>
        <a:p>
          <a:endParaRPr lang="es-CL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D686FA6-1A9E-43C4-A1B6-5FCD54435677}" type="sibTrans" cxnId="{BC4231A8-2573-4DB3-9081-D9578BC473CD}">
      <dgm:prSet/>
      <dgm:spPr/>
      <dgm:t>
        <a:bodyPr/>
        <a:lstStyle/>
        <a:p>
          <a:endParaRPr lang="es-CL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9476C46-A6AA-4732-ABB9-EFCE8E83DBF9}">
      <dgm:prSet phldrT="[Texto]" custT="1"/>
      <dgm:spPr/>
      <dgm:t>
        <a:bodyPr/>
        <a:lstStyle/>
        <a:p>
          <a:r>
            <a:rPr lang="es-CL" sz="1100" b="1" dirty="0">
              <a:latin typeface="Calibri" panose="020F0502020204030204" pitchFamily="34" charset="0"/>
              <a:cs typeface="Calibri" panose="020F0502020204030204" pitchFamily="34" charset="0"/>
            </a:rPr>
            <a:t>ITEM 2</a:t>
          </a:r>
        </a:p>
      </dgm:t>
    </dgm:pt>
    <dgm:pt modelId="{6ADC22A3-30E1-4652-BB19-8E61BDC6092D}" type="parTrans" cxnId="{ECB0D129-F193-4629-B2E0-D0AEDE81F8A7}">
      <dgm:prSet/>
      <dgm:spPr/>
      <dgm:t>
        <a:bodyPr/>
        <a:lstStyle/>
        <a:p>
          <a:endParaRPr lang="es-CL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01B5EFE-8FAC-42DB-B3D8-3FD9BF341578}" type="sibTrans" cxnId="{ECB0D129-F193-4629-B2E0-D0AEDE81F8A7}">
      <dgm:prSet/>
      <dgm:spPr/>
      <dgm:t>
        <a:bodyPr/>
        <a:lstStyle/>
        <a:p>
          <a:endParaRPr lang="es-CL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16D77A6-FCFC-4E9A-BC5C-CE78B77A8ECE}" type="pres">
      <dgm:prSet presAssocID="{B414879C-AB67-4684-A8BA-A5BC6D0DE7BE}" presName="composite" presStyleCnt="0">
        <dgm:presLayoutVars>
          <dgm:chMax val="1"/>
          <dgm:dir/>
          <dgm:resizeHandles val="exact"/>
        </dgm:presLayoutVars>
      </dgm:prSet>
      <dgm:spPr/>
    </dgm:pt>
    <dgm:pt modelId="{C8647126-B863-4932-91A0-7BD3C79EA9E2}" type="pres">
      <dgm:prSet presAssocID="{B414879C-AB67-4684-A8BA-A5BC6D0DE7BE}" presName="radial" presStyleCnt="0">
        <dgm:presLayoutVars>
          <dgm:animLvl val="ctr"/>
        </dgm:presLayoutVars>
      </dgm:prSet>
      <dgm:spPr/>
    </dgm:pt>
    <dgm:pt modelId="{EC4AE8FE-DC3C-471B-8ED3-E11AE0ED7D06}" type="pres">
      <dgm:prSet presAssocID="{687EBECB-23B0-44CD-A9BF-4C3B5D0780E4}" presName="centerShape" presStyleLbl="vennNode1" presStyleIdx="0" presStyleCnt="5"/>
      <dgm:spPr/>
    </dgm:pt>
    <dgm:pt modelId="{E7926070-1530-476C-A780-B98C33C0FB31}" type="pres">
      <dgm:prSet presAssocID="{67696B73-6DCC-4504-A1B5-D203B7C04AC5}" presName="node" presStyleLbl="vennNode1" presStyleIdx="1" presStyleCnt="5">
        <dgm:presLayoutVars>
          <dgm:bulletEnabled val="1"/>
        </dgm:presLayoutVars>
      </dgm:prSet>
      <dgm:spPr/>
    </dgm:pt>
    <dgm:pt modelId="{A8C5ED38-E920-433A-B237-A1A9229C87A2}" type="pres">
      <dgm:prSet presAssocID="{C4BAD320-3711-4E88-BF89-0020732C1580}" presName="node" presStyleLbl="vennNode1" presStyleIdx="2" presStyleCnt="5">
        <dgm:presLayoutVars>
          <dgm:bulletEnabled val="1"/>
        </dgm:presLayoutVars>
      </dgm:prSet>
      <dgm:spPr/>
    </dgm:pt>
    <dgm:pt modelId="{CA304129-DEA2-412B-BECC-296585797A3E}" type="pres">
      <dgm:prSet presAssocID="{8D79D207-FDB2-4DCA-9522-9F49870FAF55}" presName="node" presStyleLbl="vennNode1" presStyleIdx="3" presStyleCnt="5">
        <dgm:presLayoutVars>
          <dgm:bulletEnabled val="1"/>
        </dgm:presLayoutVars>
      </dgm:prSet>
      <dgm:spPr/>
    </dgm:pt>
    <dgm:pt modelId="{2A605805-4C4C-4454-9808-FAA15F8376CD}" type="pres">
      <dgm:prSet presAssocID="{29476C46-A6AA-4732-ABB9-EFCE8E83DBF9}" presName="node" presStyleLbl="vennNode1" presStyleIdx="4" presStyleCnt="5">
        <dgm:presLayoutVars>
          <dgm:bulletEnabled val="1"/>
        </dgm:presLayoutVars>
      </dgm:prSet>
      <dgm:spPr/>
    </dgm:pt>
  </dgm:ptLst>
  <dgm:cxnLst>
    <dgm:cxn modelId="{B5A30803-30EF-4378-99AD-269B49378A35}" type="presOf" srcId="{B414879C-AB67-4684-A8BA-A5BC6D0DE7BE}" destId="{916D77A6-FCFC-4E9A-BC5C-CE78B77A8ECE}" srcOrd="0" destOrd="0" presId="urn:microsoft.com/office/officeart/2005/8/layout/radial3"/>
    <dgm:cxn modelId="{E3D63C27-71DB-4804-A808-2248FBC26DC6}" type="presOf" srcId="{8D79D207-FDB2-4DCA-9522-9F49870FAF55}" destId="{CA304129-DEA2-412B-BECC-296585797A3E}" srcOrd="0" destOrd="0" presId="urn:microsoft.com/office/officeart/2005/8/layout/radial3"/>
    <dgm:cxn modelId="{ECB0D129-F193-4629-B2E0-D0AEDE81F8A7}" srcId="{687EBECB-23B0-44CD-A9BF-4C3B5D0780E4}" destId="{29476C46-A6AA-4732-ABB9-EFCE8E83DBF9}" srcOrd="3" destOrd="0" parTransId="{6ADC22A3-30E1-4652-BB19-8E61BDC6092D}" sibTransId="{701B5EFE-8FAC-42DB-B3D8-3FD9BF341578}"/>
    <dgm:cxn modelId="{AA5AD661-C031-4C12-B4D2-12B4724C3892}" srcId="{687EBECB-23B0-44CD-A9BF-4C3B5D0780E4}" destId="{67696B73-6DCC-4504-A1B5-D203B7C04AC5}" srcOrd="0" destOrd="0" parTransId="{3395E7DA-0E3E-43B6-B15E-D1E32F1F1505}" sibTransId="{62277638-B068-47BD-923D-80BD49932155}"/>
    <dgm:cxn modelId="{37C1AD88-80FE-4BF7-BBBA-69F1B16B26A8}" srcId="{687EBECB-23B0-44CD-A9BF-4C3B5D0780E4}" destId="{C4BAD320-3711-4E88-BF89-0020732C1580}" srcOrd="1" destOrd="0" parTransId="{45B91534-989D-4F4F-A962-B6261CB35B85}" sibTransId="{4CFC4C8D-785D-469F-AD3B-D8ABA87CF1DF}"/>
    <dgm:cxn modelId="{3817DF8B-B24A-4DAB-8675-BBA3B2267AE0}" srcId="{B414879C-AB67-4684-A8BA-A5BC6D0DE7BE}" destId="{687EBECB-23B0-44CD-A9BF-4C3B5D0780E4}" srcOrd="0" destOrd="0" parTransId="{B074A733-056E-4715-9D49-17ED9631D47D}" sibTransId="{C2722E3D-179A-46A9-9B00-E2729E739D56}"/>
    <dgm:cxn modelId="{E180A294-0DE3-4DC3-A336-DFDACF5D5F8C}" type="presOf" srcId="{29476C46-A6AA-4732-ABB9-EFCE8E83DBF9}" destId="{2A605805-4C4C-4454-9808-FAA15F8376CD}" srcOrd="0" destOrd="0" presId="urn:microsoft.com/office/officeart/2005/8/layout/radial3"/>
    <dgm:cxn modelId="{E2E1C596-AD77-4176-86E0-E022A3134066}" type="presOf" srcId="{687EBECB-23B0-44CD-A9BF-4C3B5D0780E4}" destId="{EC4AE8FE-DC3C-471B-8ED3-E11AE0ED7D06}" srcOrd="0" destOrd="0" presId="urn:microsoft.com/office/officeart/2005/8/layout/radial3"/>
    <dgm:cxn modelId="{BC4231A8-2573-4DB3-9081-D9578BC473CD}" srcId="{687EBECB-23B0-44CD-A9BF-4C3B5D0780E4}" destId="{8D79D207-FDB2-4DCA-9522-9F49870FAF55}" srcOrd="2" destOrd="0" parTransId="{49A87F64-75C8-4F51-B43B-CD0704E7FC9C}" sibTransId="{4D686FA6-1A9E-43C4-A1B6-5FCD54435677}"/>
    <dgm:cxn modelId="{07579BBD-865E-47D9-842D-8EA806505BB7}" type="presOf" srcId="{C4BAD320-3711-4E88-BF89-0020732C1580}" destId="{A8C5ED38-E920-433A-B237-A1A9229C87A2}" srcOrd="0" destOrd="0" presId="urn:microsoft.com/office/officeart/2005/8/layout/radial3"/>
    <dgm:cxn modelId="{5FEBDBD4-91C5-4D01-8E8A-87B0034D50D2}" type="presOf" srcId="{67696B73-6DCC-4504-A1B5-D203B7C04AC5}" destId="{E7926070-1530-476C-A780-B98C33C0FB31}" srcOrd="0" destOrd="0" presId="urn:microsoft.com/office/officeart/2005/8/layout/radial3"/>
    <dgm:cxn modelId="{D6188442-9F87-49BA-AC08-D54EBE25171A}" type="presParOf" srcId="{916D77A6-FCFC-4E9A-BC5C-CE78B77A8ECE}" destId="{C8647126-B863-4932-91A0-7BD3C79EA9E2}" srcOrd="0" destOrd="0" presId="urn:microsoft.com/office/officeart/2005/8/layout/radial3"/>
    <dgm:cxn modelId="{CD5FF12A-BE80-493C-8D6B-2DDA5AAC1C81}" type="presParOf" srcId="{C8647126-B863-4932-91A0-7BD3C79EA9E2}" destId="{EC4AE8FE-DC3C-471B-8ED3-E11AE0ED7D06}" srcOrd="0" destOrd="0" presId="urn:microsoft.com/office/officeart/2005/8/layout/radial3"/>
    <dgm:cxn modelId="{CA4B50CB-1A06-4585-B31D-AA6A6853724D}" type="presParOf" srcId="{C8647126-B863-4932-91A0-7BD3C79EA9E2}" destId="{E7926070-1530-476C-A780-B98C33C0FB31}" srcOrd="1" destOrd="0" presId="urn:microsoft.com/office/officeart/2005/8/layout/radial3"/>
    <dgm:cxn modelId="{36AD1E31-CF35-4CAF-9067-F053CDF5A39F}" type="presParOf" srcId="{C8647126-B863-4932-91A0-7BD3C79EA9E2}" destId="{A8C5ED38-E920-433A-B237-A1A9229C87A2}" srcOrd="2" destOrd="0" presId="urn:microsoft.com/office/officeart/2005/8/layout/radial3"/>
    <dgm:cxn modelId="{680D6F02-C072-42CF-9655-F51EF27BD8F8}" type="presParOf" srcId="{C8647126-B863-4932-91A0-7BD3C79EA9E2}" destId="{CA304129-DEA2-412B-BECC-296585797A3E}" srcOrd="3" destOrd="0" presId="urn:microsoft.com/office/officeart/2005/8/layout/radial3"/>
    <dgm:cxn modelId="{6E2016AC-BFB3-46AA-8E8E-E54570B81CB8}" type="presParOf" srcId="{C8647126-B863-4932-91A0-7BD3C79EA9E2}" destId="{2A605805-4C4C-4454-9808-FAA15F8376CD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D19731-2EBD-4D46-8E21-9797B4D2AAE6}">
      <dsp:nvSpPr>
        <dsp:cNvPr id="0" name=""/>
        <dsp:cNvSpPr/>
      </dsp:nvSpPr>
      <dsp:spPr>
        <a:xfrm>
          <a:off x="2922178" y="1001340"/>
          <a:ext cx="1284435" cy="856290"/>
        </a:xfrm>
        <a:prstGeom prst="roundRect">
          <a:avLst>
            <a:gd name="adj" fmla="val 10000"/>
          </a:avLst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>
              <a:latin typeface="Calibri" panose="020F0502020204030204" pitchFamily="34" charset="0"/>
              <a:cs typeface="Calibri" panose="020F0502020204030204" pitchFamily="34" charset="0"/>
            </a:rPr>
            <a:t>Vicerrectoría Académica</a:t>
          </a:r>
          <a:endParaRPr lang="es-CL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947258" y="1026420"/>
        <a:ext cx="1234275" cy="806130"/>
      </dsp:txXfrm>
    </dsp:sp>
    <dsp:sp modelId="{8352D515-D78E-4300-A811-8F7C94F7134F}">
      <dsp:nvSpPr>
        <dsp:cNvPr id="0" name=""/>
        <dsp:cNvSpPr/>
      </dsp:nvSpPr>
      <dsp:spPr>
        <a:xfrm>
          <a:off x="642304" y="1857630"/>
          <a:ext cx="2922091" cy="342516"/>
        </a:xfrm>
        <a:custGeom>
          <a:avLst/>
          <a:gdLst/>
          <a:ahLst/>
          <a:cxnLst/>
          <a:rect l="0" t="0" r="0" b="0"/>
          <a:pathLst>
            <a:path>
              <a:moveTo>
                <a:pt x="2922091" y="0"/>
              </a:moveTo>
              <a:lnTo>
                <a:pt x="2922091" y="171258"/>
              </a:lnTo>
              <a:lnTo>
                <a:pt x="0" y="171258"/>
              </a:lnTo>
              <a:lnTo>
                <a:pt x="0" y="342516"/>
              </a:lnTo>
            </a:path>
          </a:pathLst>
        </a:custGeom>
        <a:noFill/>
        <a:ln w="25400" cap="flat" cmpd="sng" algn="ctr">
          <a:solidFill>
            <a:schemeClr val="accent4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6F076D-CB70-4FEA-BF7F-89D8249CEC39}">
      <dsp:nvSpPr>
        <dsp:cNvPr id="0" name=""/>
        <dsp:cNvSpPr/>
      </dsp:nvSpPr>
      <dsp:spPr>
        <a:xfrm>
          <a:off x="87" y="2200146"/>
          <a:ext cx="1284435" cy="856290"/>
        </a:xfrm>
        <a:prstGeom prst="roundRect">
          <a:avLst>
            <a:gd name="adj" fmla="val 10000"/>
          </a:avLst>
        </a:prstGeom>
        <a:solidFill>
          <a:schemeClr val="accent4">
            <a:tint val="99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>
              <a:latin typeface="Calibri" panose="020F0502020204030204" pitchFamily="34" charset="0"/>
              <a:cs typeface="Calibri" panose="020F0502020204030204" pitchFamily="34" charset="0"/>
            </a:rPr>
            <a:t>Dirección de Educación Continua</a:t>
          </a:r>
          <a:endParaRPr lang="es-CL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5167" y="2225226"/>
        <a:ext cx="1234275" cy="806130"/>
      </dsp:txXfrm>
    </dsp:sp>
    <dsp:sp modelId="{C30CE4DC-D44A-4248-B12C-E39B849C1404}">
      <dsp:nvSpPr>
        <dsp:cNvPr id="0" name=""/>
        <dsp:cNvSpPr/>
      </dsp:nvSpPr>
      <dsp:spPr>
        <a:xfrm>
          <a:off x="596584" y="3056437"/>
          <a:ext cx="91440" cy="3288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8815"/>
              </a:lnTo>
            </a:path>
          </a:pathLst>
        </a:custGeom>
        <a:noFill/>
        <a:ln w="25400" cap="flat" cmpd="sng" algn="ctr">
          <a:solidFill>
            <a:schemeClr val="accent4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00AEF3-9E2E-4E4C-B3D4-0D5DF876F464}">
      <dsp:nvSpPr>
        <dsp:cNvPr id="0" name=""/>
        <dsp:cNvSpPr/>
      </dsp:nvSpPr>
      <dsp:spPr>
        <a:xfrm>
          <a:off x="87" y="3385252"/>
          <a:ext cx="1284435" cy="856290"/>
        </a:xfrm>
        <a:prstGeom prst="roundRect">
          <a:avLst>
            <a:gd name="adj" fmla="val 10000"/>
          </a:avLst>
        </a:prstGeom>
        <a:solidFill>
          <a:schemeClr val="accent4">
            <a:tint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>
              <a:latin typeface="Calibri" panose="020F0502020204030204" pitchFamily="34" charset="0"/>
              <a:cs typeface="Calibri" panose="020F0502020204030204" pitchFamily="34" charset="0"/>
            </a:rPr>
            <a:t>OTEC</a:t>
          </a:r>
          <a:endParaRPr lang="es-CL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5167" y="3410332"/>
        <a:ext cx="1234275" cy="806130"/>
      </dsp:txXfrm>
    </dsp:sp>
    <dsp:sp modelId="{62C579D6-5041-477A-BF85-92938F7B6561}">
      <dsp:nvSpPr>
        <dsp:cNvPr id="0" name=""/>
        <dsp:cNvSpPr/>
      </dsp:nvSpPr>
      <dsp:spPr>
        <a:xfrm>
          <a:off x="3146954" y="1857630"/>
          <a:ext cx="417441" cy="342516"/>
        </a:xfrm>
        <a:custGeom>
          <a:avLst/>
          <a:gdLst/>
          <a:ahLst/>
          <a:cxnLst/>
          <a:rect l="0" t="0" r="0" b="0"/>
          <a:pathLst>
            <a:path>
              <a:moveTo>
                <a:pt x="417441" y="0"/>
              </a:moveTo>
              <a:lnTo>
                <a:pt x="417441" y="171258"/>
              </a:lnTo>
              <a:lnTo>
                <a:pt x="0" y="171258"/>
              </a:lnTo>
              <a:lnTo>
                <a:pt x="0" y="342516"/>
              </a:lnTo>
            </a:path>
          </a:pathLst>
        </a:custGeom>
        <a:noFill/>
        <a:ln w="25400" cap="flat" cmpd="sng" algn="ctr">
          <a:solidFill>
            <a:schemeClr val="accent4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868A98-5650-4B3C-95E2-C7816875B9DB}">
      <dsp:nvSpPr>
        <dsp:cNvPr id="0" name=""/>
        <dsp:cNvSpPr/>
      </dsp:nvSpPr>
      <dsp:spPr>
        <a:xfrm>
          <a:off x="2504736" y="2200146"/>
          <a:ext cx="1284435" cy="856290"/>
        </a:xfrm>
        <a:prstGeom prst="roundRect">
          <a:avLst>
            <a:gd name="adj" fmla="val 10000"/>
          </a:avLst>
        </a:prstGeom>
        <a:solidFill>
          <a:schemeClr val="accent4">
            <a:tint val="99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>
              <a:latin typeface="Calibri" panose="020F0502020204030204" pitchFamily="34" charset="0"/>
              <a:cs typeface="Calibri" panose="020F0502020204030204" pitchFamily="34" charset="0"/>
            </a:rPr>
            <a:t>Dirección de Pregrado</a:t>
          </a:r>
          <a:endParaRPr lang="es-CL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529816" y="2225226"/>
        <a:ext cx="1234275" cy="806130"/>
      </dsp:txXfrm>
    </dsp:sp>
    <dsp:sp modelId="{9865EA47-3C77-41B7-82A5-3F85AE52678E}">
      <dsp:nvSpPr>
        <dsp:cNvPr id="0" name=""/>
        <dsp:cNvSpPr/>
      </dsp:nvSpPr>
      <dsp:spPr>
        <a:xfrm>
          <a:off x="2312071" y="3056437"/>
          <a:ext cx="834883" cy="342516"/>
        </a:xfrm>
        <a:custGeom>
          <a:avLst/>
          <a:gdLst/>
          <a:ahLst/>
          <a:cxnLst/>
          <a:rect l="0" t="0" r="0" b="0"/>
          <a:pathLst>
            <a:path>
              <a:moveTo>
                <a:pt x="834883" y="0"/>
              </a:moveTo>
              <a:lnTo>
                <a:pt x="834883" y="171258"/>
              </a:lnTo>
              <a:lnTo>
                <a:pt x="0" y="171258"/>
              </a:lnTo>
              <a:lnTo>
                <a:pt x="0" y="342516"/>
              </a:lnTo>
            </a:path>
          </a:pathLst>
        </a:custGeom>
        <a:noFill/>
        <a:ln w="25400" cap="flat" cmpd="sng" algn="ctr">
          <a:solidFill>
            <a:schemeClr val="accent4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7860AF-8F42-4184-8EA6-6D29B677E1E4}">
      <dsp:nvSpPr>
        <dsp:cNvPr id="0" name=""/>
        <dsp:cNvSpPr/>
      </dsp:nvSpPr>
      <dsp:spPr>
        <a:xfrm>
          <a:off x="1669853" y="3398953"/>
          <a:ext cx="1284435" cy="856290"/>
        </a:xfrm>
        <a:prstGeom prst="roundRect">
          <a:avLst>
            <a:gd name="adj" fmla="val 10000"/>
          </a:avLst>
        </a:prstGeom>
        <a:solidFill>
          <a:schemeClr val="accent4">
            <a:tint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>
              <a:latin typeface="Calibri" panose="020F0502020204030204" pitchFamily="34" charset="0"/>
              <a:cs typeface="Calibri" panose="020F0502020204030204" pitchFamily="34" charset="0"/>
            </a:rPr>
            <a:t>CMD</a:t>
          </a:r>
          <a:endParaRPr lang="es-CL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1694933" y="3424033"/>
        <a:ext cx="1234275" cy="806130"/>
      </dsp:txXfrm>
    </dsp:sp>
    <dsp:sp modelId="{20E055F0-676D-4224-84DF-EB8FEA661530}">
      <dsp:nvSpPr>
        <dsp:cNvPr id="0" name=""/>
        <dsp:cNvSpPr/>
      </dsp:nvSpPr>
      <dsp:spPr>
        <a:xfrm>
          <a:off x="3146954" y="3056437"/>
          <a:ext cx="834883" cy="3425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258"/>
              </a:lnTo>
              <a:lnTo>
                <a:pt x="834883" y="171258"/>
              </a:lnTo>
              <a:lnTo>
                <a:pt x="834883" y="342516"/>
              </a:lnTo>
            </a:path>
          </a:pathLst>
        </a:custGeom>
        <a:noFill/>
        <a:ln w="25400" cap="flat" cmpd="sng" algn="ctr">
          <a:solidFill>
            <a:schemeClr val="accent4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504E17-88E7-44E2-9F4C-4B210AAC5E00}">
      <dsp:nvSpPr>
        <dsp:cNvPr id="0" name=""/>
        <dsp:cNvSpPr/>
      </dsp:nvSpPr>
      <dsp:spPr>
        <a:xfrm>
          <a:off x="3339619" y="3398953"/>
          <a:ext cx="1284435" cy="856290"/>
        </a:xfrm>
        <a:prstGeom prst="roundRect">
          <a:avLst>
            <a:gd name="adj" fmla="val 10000"/>
          </a:avLst>
        </a:prstGeom>
        <a:solidFill>
          <a:schemeClr val="accent4">
            <a:tint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>
              <a:latin typeface="Calibri" panose="020F0502020204030204" pitchFamily="34" charset="0"/>
              <a:cs typeface="Calibri" panose="020F0502020204030204" pitchFamily="34" charset="0"/>
            </a:rPr>
            <a:t>CTA</a:t>
          </a:r>
          <a:endParaRPr lang="es-CL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364699" y="3424033"/>
        <a:ext cx="1234275" cy="806130"/>
      </dsp:txXfrm>
    </dsp:sp>
    <dsp:sp modelId="{DA25217B-1918-485F-9E4F-6800DB56A1F3}">
      <dsp:nvSpPr>
        <dsp:cNvPr id="0" name=""/>
        <dsp:cNvSpPr/>
      </dsp:nvSpPr>
      <dsp:spPr>
        <a:xfrm>
          <a:off x="3564396" y="1857630"/>
          <a:ext cx="1252324" cy="3425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258"/>
              </a:lnTo>
              <a:lnTo>
                <a:pt x="1252324" y="171258"/>
              </a:lnTo>
              <a:lnTo>
                <a:pt x="1252324" y="342516"/>
              </a:lnTo>
            </a:path>
          </a:pathLst>
        </a:custGeom>
        <a:noFill/>
        <a:ln w="25400" cap="flat" cmpd="sng" algn="ctr">
          <a:solidFill>
            <a:schemeClr val="accent4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04A32C-E2EF-4C5B-92C2-AA6011E858A2}">
      <dsp:nvSpPr>
        <dsp:cNvPr id="0" name=""/>
        <dsp:cNvSpPr/>
      </dsp:nvSpPr>
      <dsp:spPr>
        <a:xfrm>
          <a:off x="4174502" y="2200146"/>
          <a:ext cx="1284435" cy="856290"/>
        </a:xfrm>
        <a:prstGeom prst="roundRect">
          <a:avLst>
            <a:gd name="adj" fmla="val 10000"/>
          </a:avLst>
        </a:prstGeom>
        <a:solidFill>
          <a:schemeClr val="accent4">
            <a:tint val="99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>
              <a:latin typeface="Calibri" panose="020F0502020204030204" pitchFamily="34" charset="0"/>
              <a:cs typeface="Calibri" panose="020F0502020204030204" pitchFamily="34" charset="0"/>
            </a:rPr>
            <a:t>Sede Vallenar</a:t>
          </a:r>
          <a:endParaRPr lang="es-CL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199582" y="2225226"/>
        <a:ext cx="1234275" cy="806130"/>
      </dsp:txXfrm>
    </dsp:sp>
    <dsp:sp modelId="{6069ACB1-89E8-4CCB-85D5-2CB35DDD2AF1}">
      <dsp:nvSpPr>
        <dsp:cNvPr id="0" name=""/>
        <dsp:cNvSpPr/>
      </dsp:nvSpPr>
      <dsp:spPr>
        <a:xfrm>
          <a:off x="3564396" y="1857630"/>
          <a:ext cx="2922091" cy="3425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258"/>
              </a:lnTo>
              <a:lnTo>
                <a:pt x="2922091" y="171258"/>
              </a:lnTo>
              <a:lnTo>
                <a:pt x="2922091" y="342516"/>
              </a:lnTo>
            </a:path>
          </a:pathLst>
        </a:custGeom>
        <a:noFill/>
        <a:ln w="25400" cap="flat" cmpd="sng" algn="ctr">
          <a:solidFill>
            <a:schemeClr val="accent4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7E8DA1-83E9-4488-BA65-48E96482C0EB}">
      <dsp:nvSpPr>
        <dsp:cNvPr id="0" name=""/>
        <dsp:cNvSpPr/>
      </dsp:nvSpPr>
      <dsp:spPr>
        <a:xfrm>
          <a:off x="5844269" y="2200146"/>
          <a:ext cx="1284435" cy="856290"/>
        </a:xfrm>
        <a:prstGeom prst="roundRect">
          <a:avLst>
            <a:gd name="adj" fmla="val 10000"/>
          </a:avLst>
        </a:prstGeom>
        <a:solidFill>
          <a:schemeClr val="accent4">
            <a:tint val="99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>
              <a:latin typeface="Calibri" panose="020F0502020204030204" pitchFamily="34" charset="0"/>
              <a:cs typeface="Calibri" panose="020F0502020204030204" pitchFamily="34" charset="0"/>
            </a:rPr>
            <a:t>Facultades</a:t>
          </a:r>
          <a:endParaRPr lang="es-CL" sz="16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869349" y="2225226"/>
        <a:ext cx="1234275" cy="8061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4AE8FE-DC3C-471B-8ED3-E11AE0ED7D06}">
      <dsp:nvSpPr>
        <dsp:cNvPr id="0" name=""/>
        <dsp:cNvSpPr/>
      </dsp:nvSpPr>
      <dsp:spPr>
        <a:xfrm>
          <a:off x="2775044" y="1008768"/>
          <a:ext cx="2513072" cy="2513072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 err="1"/>
            <a:t>ullam</a:t>
          </a:r>
          <a:r>
            <a:rPr lang="fr-FR" sz="1400" b="0" i="0" kern="1200" dirty="0"/>
            <a:t> a </a:t>
          </a:r>
          <a:r>
            <a:rPr lang="fr-FR" sz="1400" b="0" i="0" kern="1200" dirty="0" err="1"/>
            <a:t>nisi</a:t>
          </a:r>
          <a:r>
            <a:rPr lang="fr-FR" sz="1400" b="0" i="0" kern="1200" dirty="0"/>
            <a:t> eu </a:t>
          </a:r>
          <a:r>
            <a:rPr lang="fr-FR" sz="1400" b="0" i="0" kern="1200" dirty="0" err="1"/>
            <a:t>mauris</a:t>
          </a:r>
          <a:r>
            <a:rPr lang="fr-FR" sz="1400" b="0" i="0" kern="1200" dirty="0"/>
            <a:t> </a:t>
          </a:r>
          <a:r>
            <a:rPr lang="fr-FR" sz="1400" b="0" i="0" kern="1200" dirty="0" err="1"/>
            <a:t>finibus</a:t>
          </a:r>
          <a:r>
            <a:rPr lang="fr-FR" sz="1400" b="0" i="0" kern="1200" dirty="0"/>
            <a:t> </a:t>
          </a:r>
          <a:r>
            <a:rPr lang="fr-FR" sz="1400" b="0" i="0" kern="1200" dirty="0" err="1"/>
            <a:t>laor</a:t>
          </a:r>
          <a:endParaRPr lang="es-CL" sz="1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143075" y="1376799"/>
        <a:ext cx="1777010" cy="1777010"/>
      </dsp:txXfrm>
    </dsp:sp>
    <dsp:sp modelId="{E7926070-1530-476C-A780-B98C33C0FB31}">
      <dsp:nvSpPr>
        <dsp:cNvPr id="0" name=""/>
        <dsp:cNvSpPr/>
      </dsp:nvSpPr>
      <dsp:spPr>
        <a:xfrm>
          <a:off x="3403312" y="448"/>
          <a:ext cx="1256536" cy="1256536"/>
        </a:xfrm>
        <a:prstGeom prst="ellipse">
          <a:avLst/>
        </a:prstGeom>
        <a:solidFill>
          <a:schemeClr val="accent3">
            <a:alpha val="50000"/>
            <a:hueOff val="543581"/>
            <a:satOff val="4236"/>
            <a:lumOff val="-5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50" b="1" kern="1200" dirty="0">
              <a:latin typeface="Calibri" panose="020F0502020204030204" pitchFamily="34" charset="0"/>
              <a:cs typeface="Calibri" panose="020F0502020204030204" pitchFamily="34" charset="0"/>
            </a:rPr>
            <a:t>ITEM 1</a:t>
          </a:r>
        </a:p>
      </dsp:txBody>
      <dsp:txXfrm>
        <a:off x="3587327" y="184463"/>
        <a:ext cx="888506" cy="888506"/>
      </dsp:txXfrm>
    </dsp:sp>
    <dsp:sp modelId="{A8C5ED38-E920-433A-B237-A1A9229C87A2}">
      <dsp:nvSpPr>
        <dsp:cNvPr id="0" name=""/>
        <dsp:cNvSpPr/>
      </dsp:nvSpPr>
      <dsp:spPr>
        <a:xfrm>
          <a:off x="5039901" y="1637036"/>
          <a:ext cx="1256536" cy="1256536"/>
        </a:xfrm>
        <a:prstGeom prst="ellipse">
          <a:avLst/>
        </a:prstGeom>
        <a:solidFill>
          <a:schemeClr val="accent3">
            <a:alpha val="50000"/>
            <a:hueOff val="1087162"/>
            <a:satOff val="8471"/>
            <a:lumOff val="-10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 dirty="0">
              <a:latin typeface="Calibri" panose="020F0502020204030204" pitchFamily="34" charset="0"/>
              <a:cs typeface="Calibri" panose="020F0502020204030204" pitchFamily="34" charset="0"/>
            </a:rPr>
            <a:t>ITEM 3</a:t>
          </a:r>
        </a:p>
      </dsp:txBody>
      <dsp:txXfrm>
        <a:off x="5223916" y="1821051"/>
        <a:ext cx="888506" cy="888506"/>
      </dsp:txXfrm>
    </dsp:sp>
    <dsp:sp modelId="{CA304129-DEA2-412B-BECC-296585797A3E}">
      <dsp:nvSpPr>
        <dsp:cNvPr id="0" name=""/>
        <dsp:cNvSpPr/>
      </dsp:nvSpPr>
      <dsp:spPr>
        <a:xfrm>
          <a:off x="3403312" y="3273625"/>
          <a:ext cx="1256536" cy="1256536"/>
        </a:xfrm>
        <a:prstGeom prst="ellipse">
          <a:avLst/>
        </a:prstGeom>
        <a:solidFill>
          <a:schemeClr val="accent3">
            <a:alpha val="50000"/>
            <a:hueOff val="1630743"/>
            <a:satOff val="12707"/>
            <a:lumOff val="-1529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 dirty="0">
              <a:latin typeface="Calibri" panose="020F0502020204030204" pitchFamily="34" charset="0"/>
              <a:cs typeface="Calibri" panose="020F0502020204030204" pitchFamily="34" charset="0"/>
            </a:rPr>
            <a:t>ITEM 4</a:t>
          </a:r>
        </a:p>
      </dsp:txBody>
      <dsp:txXfrm>
        <a:off x="3587327" y="3457640"/>
        <a:ext cx="888506" cy="888506"/>
      </dsp:txXfrm>
    </dsp:sp>
    <dsp:sp modelId="{2A605805-4C4C-4454-9808-FAA15F8376CD}">
      <dsp:nvSpPr>
        <dsp:cNvPr id="0" name=""/>
        <dsp:cNvSpPr/>
      </dsp:nvSpPr>
      <dsp:spPr>
        <a:xfrm>
          <a:off x="1766724" y="1637036"/>
          <a:ext cx="1256536" cy="1256536"/>
        </a:xfrm>
        <a:prstGeom prst="ellipse">
          <a:avLst/>
        </a:prstGeom>
        <a:solidFill>
          <a:schemeClr val="accent3">
            <a:alpha val="50000"/>
            <a:hueOff val="2174323"/>
            <a:satOff val="16943"/>
            <a:lumOff val="-2039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 dirty="0">
              <a:latin typeface="Calibri" panose="020F0502020204030204" pitchFamily="34" charset="0"/>
              <a:cs typeface="Calibri" panose="020F0502020204030204" pitchFamily="34" charset="0"/>
            </a:rPr>
            <a:t>ITEM 2</a:t>
          </a:r>
        </a:p>
      </dsp:txBody>
      <dsp:txXfrm>
        <a:off x="1950739" y="1821051"/>
        <a:ext cx="888506" cy="8885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304407"/>
            <a:ext cx="1966280" cy="2780928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1232399"/>
            <a:ext cx="2068108" cy="2924944"/>
          </a:xfrm>
          <a:prstGeom prst="rect">
            <a:avLst/>
          </a:prstGeom>
        </p:spPr>
      </p:pic>
      <p:pic>
        <p:nvPicPr>
          <p:cNvPr id="12" name="11 Imagen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363" y="1371989"/>
            <a:ext cx="1979712" cy="2799924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624273"/>
            <a:ext cx="1777970" cy="2514600"/>
          </a:xfrm>
          <a:prstGeom prst="rect">
            <a:avLst/>
          </a:prstGeom>
        </p:spPr>
      </p:pic>
      <p:sp>
        <p:nvSpPr>
          <p:cNvPr id="3086" name="Text Box 14"/>
          <p:cNvSpPr txBox="1">
            <a:spLocks noChangeArrowheads="1"/>
          </p:cNvSpPr>
          <p:nvPr/>
        </p:nvSpPr>
        <p:spPr bwMode="auto">
          <a:xfrm>
            <a:off x="444500" y="2514600"/>
            <a:ext cx="1765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s-ES" sz="2800" b="1" dirty="0">
                <a:solidFill>
                  <a:schemeClr val="bg1"/>
                </a:solidFill>
                <a:latin typeface="Arial Black" pitchFamily="34" charset="0"/>
              </a:rPr>
              <a:t>L o g o</a:t>
            </a:r>
          </a:p>
        </p:txBody>
      </p:sp>
      <p:sp>
        <p:nvSpPr>
          <p:cNvPr id="3093" name="Rectangle 21"/>
          <p:cNvSpPr>
            <a:spLocks noChangeArrowheads="1"/>
          </p:cNvSpPr>
          <p:nvPr userDrawn="1"/>
        </p:nvSpPr>
        <p:spPr bwMode="gray">
          <a:xfrm>
            <a:off x="-36512" y="4005964"/>
            <a:ext cx="9289032" cy="215124"/>
          </a:xfrm>
          <a:prstGeom prst="rect">
            <a:avLst/>
          </a:prstGeom>
          <a:solidFill>
            <a:srgbClr val="354D5A"/>
          </a:solidFill>
          <a:ln>
            <a:noFill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" name="9 Rectángulo"/>
          <p:cNvSpPr/>
          <p:nvPr userDrawn="1"/>
        </p:nvSpPr>
        <p:spPr>
          <a:xfrm>
            <a:off x="-324544" y="1673852"/>
            <a:ext cx="2736304" cy="2547236"/>
          </a:xfrm>
          <a:prstGeom prst="rect">
            <a:avLst/>
          </a:prstGeom>
          <a:solidFill>
            <a:srgbClr val="354D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10 Imagen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65" y="2705930"/>
            <a:ext cx="2005943" cy="629413"/>
          </a:xfrm>
          <a:prstGeom prst="rect">
            <a:avLst/>
          </a:prstGeom>
        </p:spPr>
      </p:pic>
      <p:sp>
        <p:nvSpPr>
          <p:cNvPr id="25" name="Rectangle 21"/>
          <p:cNvSpPr>
            <a:spLocks noChangeArrowheads="1"/>
          </p:cNvSpPr>
          <p:nvPr userDrawn="1"/>
        </p:nvSpPr>
        <p:spPr bwMode="gray">
          <a:xfrm>
            <a:off x="-36512" y="6670260"/>
            <a:ext cx="9289032" cy="215124"/>
          </a:xfrm>
          <a:prstGeom prst="rect">
            <a:avLst/>
          </a:prstGeom>
          <a:solidFill>
            <a:srgbClr val="354D5A"/>
          </a:solidFill>
          <a:ln>
            <a:noFill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3" name="2 Rectángulo"/>
          <p:cNvSpPr/>
          <p:nvPr userDrawn="1"/>
        </p:nvSpPr>
        <p:spPr>
          <a:xfrm>
            <a:off x="-983840" y="-243408"/>
            <a:ext cx="12313368" cy="1917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noFill/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66113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461125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s-ES"/>
              <a:t>www.themegallery.com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s-ES"/>
              <a:t>Company Logo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124200" y="64770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171A597-EFCB-4A4D-B4DC-39B808935CB1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4257882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461125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s-ES"/>
              <a:t>www.themegallery.com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s-ES"/>
              <a:t>Company Logo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124200" y="64770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B1A51B6-C222-40DC-9B62-F8437126FBF6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14958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87415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926927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 userDrawn="1"/>
        </p:nvSpPr>
        <p:spPr>
          <a:xfrm>
            <a:off x="-324544" y="-171400"/>
            <a:ext cx="9937104" cy="720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3131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71343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05623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030101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461125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s-ES"/>
              <a:t>www.themegallery.com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s-ES"/>
              <a:t>Company Logo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124200" y="64770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B982A5F-E0AF-4869-9B25-9C87D2518453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89575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57200" y="2060848"/>
            <a:ext cx="8229600" cy="4238352"/>
          </a:xfrm>
        </p:spPr>
        <p:txBody>
          <a:bodyPr/>
          <a:lstStyle/>
          <a:p>
            <a:r>
              <a:rPr lang="es-ES"/>
              <a:t>Haga clic en el icono para agregar una tabla</a:t>
            </a:r>
          </a:p>
        </p:txBody>
      </p:sp>
    </p:spTree>
    <p:extLst>
      <p:ext uri="{BB962C8B-B14F-4D97-AF65-F5344CB8AC3E}">
        <p14:creationId xmlns:p14="http://schemas.microsoft.com/office/powerpoint/2010/main" val="4246573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17 Imagen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38" y="-81966"/>
            <a:ext cx="9144000" cy="1428750"/>
          </a:xfrm>
          <a:prstGeom prst="rect">
            <a:avLst/>
          </a:prstGeom>
        </p:spPr>
      </p:pic>
      <p:sp>
        <p:nvSpPr>
          <p:cNvPr id="1047" name="Rectangle 23" descr="a1"/>
          <p:cNvSpPr>
            <a:spLocks noChangeArrowheads="1"/>
          </p:cNvSpPr>
          <p:nvPr/>
        </p:nvSpPr>
        <p:spPr bwMode="gray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5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grpSp>
        <p:nvGrpSpPr>
          <p:cNvPr id="1051" name="Group 27"/>
          <p:cNvGrpSpPr>
            <a:grpSpLocks/>
          </p:cNvGrpSpPr>
          <p:nvPr/>
        </p:nvGrpSpPr>
        <p:grpSpPr bwMode="auto">
          <a:xfrm>
            <a:off x="255040" y="737184"/>
            <a:ext cx="1220616" cy="609600"/>
            <a:chOff x="0" y="432"/>
            <a:chExt cx="5760" cy="384"/>
          </a:xfrm>
        </p:grpSpPr>
        <p:sp>
          <p:nvSpPr>
            <p:cNvPr id="1052" name="Rectangle 28"/>
            <p:cNvSpPr>
              <a:spLocks noChangeArrowheads="1"/>
            </p:cNvSpPr>
            <p:nvPr userDrawn="1"/>
          </p:nvSpPr>
          <p:spPr bwMode="gray">
            <a:xfrm>
              <a:off x="0" y="432"/>
              <a:ext cx="5760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053" name="Rectangle 29"/>
            <p:cNvSpPr>
              <a:spLocks noChangeArrowheads="1"/>
            </p:cNvSpPr>
            <p:nvPr userDrawn="1"/>
          </p:nvSpPr>
          <p:spPr bwMode="gray">
            <a:xfrm>
              <a:off x="362" y="432"/>
              <a:ext cx="5398" cy="3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780928"/>
            <a:ext cx="8229600" cy="3511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dirty="0"/>
              <a:t>Haga clic para modificar el estilo de texto del patrón</a:t>
            </a:r>
          </a:p>
          <a:p>
            <a:pPr lvl="1"/>
            <a:r>
              <a:rPr lang="es-ES" altLang="es-ES" dirty="0"/>
              <a:t>Segundo nivel</a:t>
            </a:r>
          </a:p>
          <a:p>
            <a:pPr lvl="2"/>
            <a:r>
              <a:rPr lang="es-ES" altLang="es-ES" dirty="0"/>
              <a:t>Tercer nivel</a:t>
            </a:r>
          </a:p>
          <a:p>
            <a:pPr lvl="3"/>
            <a:r>
              <a:rPr lang="es-ES" altLang="es-ES" dirty="0"/>
              <a:t>Cuarto nivel</a:t>
            </a:r>
          </a:p>
          <a:p>
            <a:pPr lvl="4"/>
            <a:r>
              <a:rPr lang="es-ES" altLang="es-ES" dirty="0"/>
              <a:t>Quinto nivel</a:t>
            </a:r>
            <a:endParaRPr lang="en-US" altLang="es-ES" dirty="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61290" y="1772816"/>
            <a:ext cx="7800975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dirty="0"/>
              <a:t>Haga clic para modificar el estilo de título del patrón</a:t>
            </a:r>
            <a:endParaRPr lang="en-US" altLang="es-ES" dirty="0"/>
          </a:p>
        </p:txBody>
      </p:sp>
      <p:sp>
        <p:nvSpPr>
          <p:cNvPr id="16" name="15 Rectángulo"/>
          <p:cNvSpPr/>
          <p:nvPr userDrawn="1"/>
        </p:nvSpPr>
        <p:spPr>
          <a:xfrm>
            <a:off x="-77241" y="0"/>
            <a:ext cx="2736304" cy="1346784"/>
          </a:xfrm>
          <a:prstGeom prst="rect">
            <a:avLst/>
          </a:prstGeom>
          <a:solidFill>
            <a:srgbClr val="354D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16 Imagen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14" y="412571"/>
            <a:ext cx="2005943" cy="629413"/>
          </a:xfrm>
          <a:prstGeom prst="rect">
            <a:avLst/>
          </a:prstGeom>
        </p:spPr>
      </p:pic>
      <p:pic>
        <p:nvPicPr>
          <p:cNvPr id="2" name="1 Imagen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148" y="6453336"/>
            <a:ext cx="903704" cy="28357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3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230216" y="5301208"/>
            <a:ext cx="6390456" cy="653569"/>
          </a:xfrm>
        </p:spPr>
        <p:txBody>
          <a:bodyPr/>
          <a:lstStyle/>
          <a:p>
            <a:pPr algn="l"/>
            <a:r>
              <a:rPr lang="en-US" altLang="es-ES" sz="4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Título</a:t>
            </a:r>
            <a:r>
              <a:rPr lang="en-US" altLang="es-ES" sz="4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s-ES" sz="4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Presentación</a:t>
            </a:r>
            <a:endParaRPr lang="en-US" altLang="es-ES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5 Conector recto"/>
          <p:cNvCxnSpPr/>
          <p:nvPr/>
        </p:nvCxnSpPr>
        <p:spPr>
          <a:xfrm>
            <a:off x="4355976" y="6093296"/>
            <a:ext cx="453650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Elipse"/>
          <p:cNvSpPr/>
          <p:nvPr/>
        </p:nvSpPr>
        <p:spPr>
          <a:xfrm>
            <a:off x="535098" y="1583007"/>
            <a:ext cx="301926" cy="301926"/>
          </a:xfrm>
          <a:prstGeom prst="ellipse">
            <a:avLst/>
          </a:prstGeom>
          <a:noFill/>
          <a:ln>
            <a:solidFill>
              <a:srgbClr val="354D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354D5A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950209" y="1549304"/>
            <a:ext cx="750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latin typeface="Calibri" panose="020F0502020204030204" pitchFamily="34" charset="0"/>
                <a:cs typeface="Calibri" panose="020F0502020204030204" pitchFamily="34" charset="0"/>
              </a:rPr>
              <a:t>Titulo diapositiva</a:t>
            </a:r>
            <a:endParaRPr lang="es-E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535098" y="2153636"/>
            <a:ext cx="37690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ipsum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dolor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Suspendisse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metus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mauris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faucibus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convallis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convallis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pharetra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purus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Nullam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nisi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eu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mauris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finibus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laoreet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venenatis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nibh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Orci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varius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natoque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penatibus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et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magnis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parturient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montes,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nascetur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ridiculus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mus.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Cras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quis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vehicula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est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in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suscipit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ante.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Curabitur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nec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varius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felis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eget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tincidunt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magna. Sed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tincidunt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dapibus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velit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non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volutpat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purus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fringilla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ac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Mauris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quis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ipsum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id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felis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vehicula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condimentum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Duis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vitae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dui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vel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nisi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vestibulum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accumsan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a ut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velit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Mauris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vulputate</a:t>
            </a: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29 CuadroTexto"/>
          <p:cNvSpPr txBox="1"/>
          <p:nvPr/>
        </p:nvSpPr>
        <p:spPr>
          <a:xfrm>
            <a:off x="4792819" y="2119331"/>
            <a:ext cx="37690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ipsum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dolor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Suspendisse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metus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mauris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faucibus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convallis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convallis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pharetra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purus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Nullam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nisi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eu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mauris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finibus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laoreet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venenatis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nibh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Orci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varius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natoque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penatibus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et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magnis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parturient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montes,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nascetur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ridiculus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mus.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Cras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quis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vehicula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est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in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suscipit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ante.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Curabitur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nec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varius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felis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eget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tincidunt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magna. Sed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tincidunt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dapibus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velit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non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volutpat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purus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fringilla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ac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Mauris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quis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ipsum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id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felis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vehicula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condimentum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Duis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vitae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dui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vel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nisi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vestibulum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accumsan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a ut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velit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Mauris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vulputate</a:t>
            </a: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contenido"/>
          <p:cNvSpPr txBox="1">
            <a:spLocks noGrp="1"/>
          </p:cNvSpPr>
          <p:nvPr>
            <p:ph idx="1"/>
          </p:nvPr>
        </p:nvSpPr>
        <p:spPr>
          <a:xfrm>
            <a:off x="457200" y="2204864"/>
            <a:ext cx="8229600" cy="3043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ipsum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dolor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Suspendisse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metus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mauris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faucibus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convallis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convallis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pharetra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purus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Nullam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nisi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eu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mauris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finibus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laoreet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venenatis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nibh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Orci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varius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natoque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penatibus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et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magnis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parturient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montes,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nascetur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ridiculus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mus.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Cras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quis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vehicula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est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in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suscipit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ante.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Curabitur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nec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varius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felis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eget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tincidunt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magna. Sed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tincidunt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dapibus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velit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, non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volutpat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purus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fringilla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ac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Mauris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quis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ipsum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id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felis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vehicula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condimentum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Duis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vitae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dui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vel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nisi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vestibulum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accumsan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a ut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velit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Mauris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vulputate</a:t>
            </a: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sz="1400" dirty="0" err="1"/>
              <a:t>orem</a:t>
            </a:r>
            <a:r>
              <a:rPr lang="es-ES" sz="1400" dirty="0"/>
              <a:t> </a:t>
            </a:r>
            <a:r>
              <a:rPr lang="es-ES" sz="1400" dirty="0" err="1"/>
              <a:t>ipsum</a:t>
            </a:r>
            <a:r>
              <a:rPr lang="es-ES" sz="1400" dirty="0"/>
              <a:t> dolor </a:t>
            </a:r>
            <a:r>
              <a:rPr lang="es-ES" sz="1400" dirty="0" err="1"/>
              <a:t>sit</a:t>
            </a:r>
            <a:r>
              <a:rPr lang="es-ES" sz="1400" dirty="0"/>
              <a:t> </a:t>
            </a:r>
            <a:r>
              <a:rPr lang="es-ES" sz="1400" dirty="0" err="1"/>
              <a:t>amet</a:t>
            </a:r>
            <a:r>
              <a:rPr lang="es-ES" sz="1400" dirty="0"/>
              <a:t>, </a:t>
            </a:r>
            <a:r>
              <a:rPr lang="es-ES" sz="1400" dirty="0" err="1"/>
              <a:t>consectetur</a:t>
            </a:r>
            <a:r>
              <a:rPr lang="es-ES" sz="1400" dirty="0"/>
              <a:t> </a:t>
            </a:r>
            <a:r>
              <a:rPr lang="es-ES" sz="1400" dirty="0" err="1"/>
              <a:t>adipiscing</a:t>
            </a:r>
            <a:r>
              <a:rPr lang="es-ES" sz="1400" dirty="0"/>
              <a:t> </a:t>
            </a:r>
            <a:r>
              <a:rPr lang="es-ES" sz="1400" dirty="0" err="1"/>
              <a:t>elit</a:t>
            </a:r>
            <a:r>
              <a:rPr lang="es-ES" sz="1400" dirty="0"/>
              <a:t>. </a:t>
            </a:r>
            <a:r>
              <a:rPr lang="es-ES" sz="1400" dirty="0" err="1"/>
              <a:t>Suspendisse</a:t>
            </a:r>
            <a:r>
              <a:rPr lang="es-ES" sz="1400" dirty="0"/>
              <a:t> </a:t>
            </a:r>
            <a:r>
              <a:rPr lang="es-ES" sz="1400" dirty="0" err="1"/>
              <a:t>metus</a:t>
            </a:r>
            <a:r>
              <a:rPr lang="es-ES" sz="1400" dirty="0"/>
              <a:t> </a:t>
            </a:r>
            <a:r>
              <a:rPr lang="es-ES" sz="1400" dirty="0" err="1"/>
              <a:t>mauris</a:t>
            </a:r>
            <a:r>
              <a:rPr lang="es-ES" sz="1400" dirty="0"/>
              <a:t>, </a:t>
            </a:r>
            <a:r>
              <a:rPr lang="es-ES" sz="1400" dirty="0" err="1"/>
              <a:t>faucibus</a:t>
            </a:r>
            <a:r>
              <a:rPr lang="es-ES" sz="1400" dirty="0"/>
              <a:t> </a:t>
            </a:r>
            <a:r>
              <a:rPr lang="es-ES" sz="1400" dirty="0" err="1"/>
              <a:t>convallis</a:t>
            </a:r>
            <a:r>
              <a:rPr lang="es-ES" sz="1400" dirty="0"/>
              <a:t> </a:t>
            </a:r>
            <a:r>
              <a:rPr lang="es-ES" sz="1400" dirty="0" err="1"/>
              <a:t>convallis</a:t>
            </a:r>
            <a:r>
              <a:rPr lang="es-ES" sz="1400" dirty="0"/>
              <a:t> </a:t>
            </a:r>
            <a:r>
              <a:rPr lang="es-ES" sz="1400" dirty="0" err="1"/>
              <a:t>sit</a:t>
            </a:r>
            <a:r>
              <a:rPr lang="es-ES" sz="1400" dirty="0"/>
              <a:t> </a:t>
            </a:r>
            <a:r>
              <a:rPr lang="es-ES" sz="1400" dirty="0" err="1"/>
              <a:t>amet</a:t>
            </a:r>
            <a:r>
              <a:rPr lang="es-ES" sz="1400" dirty="0"/>
              <a:t>, </a:t>
            </a:r>
            <a:r>
              <a:rPr lang="es-ES" sz="1400" dirty="0" err="1"/>
              <a:t>pharetra</a:t>
            </a:r>
            <a:r>
              <a:rPr lang="es-ES" sz="1400" dirty="0"/>
              <a:t> ut </a:t>
            </a:r>
            <a:r>
              <a:rPr lang="es-ES" sz="1400" dirty="0" err="1"/>
              <a:t>purus</a:t>
            </a:r>
            <a:r>
              <a:rPr lang="es-ES" sz="1400" dirty="0"/>
              <a:t>. </a:t>
            </a:r>
            <a:r>
              <a:rPr lang="es-ES" sz="1400" dirty="0" err="1"/>
              <a:t>Nullam</a:t>
            </a:r>
            <a:r>
              <a:rPr lang="es-ES" sz="1400" dirty="0"/>
              <a:t> a </a:t>
            </a:r>
            <a:r>
              <a:rPr lang="es-ES" sz="1400" dirty="0" err="1"/>
              <a:t>nisi</a:t>
            </a:r>
            <a:r>
              <a:rPr lang="es-ES" sz="1400" dirty="0"/>
              <a:t> </a:t>
            </a:r>
            <a:r>
              <a:rPr lang="es-ES" sz="1400" dirty="0" err="1"/>
              <a:t>eu</a:t>
            </a:r>
            <a:r>
              <a:rPr lang="es-ES" sz="1400" dirty="0"/>
              <a:t> </a:t>
            </a:r>
            <a:r>
              <a:rPr lang="es-ES" sz="1400" dirty="0" err="1"/>
              <a:t>mauris</a:t>
            </a:r>
            <a:r>
              <a:rPr lang="es-ES" sz="1400" dirty="0"/>
              <a:t> </a:t>
            </a:r>
            <a:r>
              <a:rPr lang="es-ES" sz="1400" dirty="0" err="1"/>
              <a:t>finibus</a:t>
            </a:r>
            <a:r>
              <a:rPr lang="es-ES" sz="1400" dirty="0"/>
              <a:t> </a:t>
            </a:r>
            <a:r>
              <a:rPr lang="es-ES" sz="1400" dirty="0" err="1"/>
              <a:t>laoreet</a:t>
            </a:r>
            <a:r>
              <a:rPr lang="es-ES" sz="1400" dirty="0"/>
              <a:t> </a:t>
            </a:r>
            <a:r>
              <a:rPr lang="es-ES" sz="1400" dirty="0" err="1"/>
              <a:t>venenatis</a:t>
            </a:r>
            <a:r>
              <a:rPr lang="es-ES" sz="1400" dirty="0"/>
              <a:t> at </a:t>
            </a:r>
            <a:r>
              <a:rPr lang="es-ES" sz="1400" dirty="0" err="1"/>
              <a:t>nibh</a:t>
            </a:r>
            <a:r>
              <a:rPr lang="es-ES" sz="1400" dirty="0"/>
              <a:t>. </a:t>
            </a:r>
            <a:r>
              <a:rPr lang="es-ES" sz="1400" dirty="0" err="1"/>
              <a:t>Orci</a:t>
            </a:r>
            <a:r>
              <a:rPr lang="es-ES" sz="1400" dirty="0"/>
              <a:t> </a:t>
            </a:r>
            <a:r>
              <a:rPr lang="es-ES" sz="1400" dirty="0" err="1"/>
              <a:t>varius</a:t>
            </a:r>
            <a:r>
              <a:rPr lang="es-ES" sz="1400" dirty="0"/>
              <a:t> </a:t>
            </a:r>
            <a:r>
              <a:rPr lang="es-ES" sz="1400" dirty="0" err="1"/>
              <a:t>natoque</a:t>
            </a:r>
            <a:r>
              <a:rPr lang="es-ES" sz="1400" dirty="0"/>
              <a:t> </a:t>
            </a:r>
            <a:r>
              <a:rPr lang="es-ES" sz="1400" dirty="0" err="1"/>
              <a:t>penatibus</a:t>
            </a:r>
            <a:r>
              <a:rPr lang="es-ES" sz="1400" dirty="0"/>
              <a:t> et </a:t>
            </a:r>
            <a:r>
              <a:rPr lang="es-ES" sz="1400" dirty="0" err="1"/>
              <a:t>magnis</a:t>
            </a:r>
            <a:r>
              <a:rPr lang="es-ES" sz="1400" dirty="0"/>
              <a:t> </a:t>
            </a:r>
            <a:r>
              <a:rPr lang="es-ES" sz="1400" dirty="0" err="1"/>
              <a:t>dis</a:t>
            </a:r>
            <a:r>
              <a:rPr lang="es-ES" sz="1400" dirty="0"/>
              <a:t> </a:t>
            </a:r>
            <a:r>
              <a:rPr lang="es-ES" sz="1400" dirty="0" err="1"/>
              <a:t>parturient</a:t>
            </a:r>
            <a:r>
              <a:rPr lang="es-ES" sz="1400" dirty="0"/>
              <a:t> montes, </a:t>
            </a:r>
            <a:r>
              <a:rPr lang="es-ES" sz="1400" dirty="0" err="1"/>
              <a:t>nascetur</a:t>
            </a:r>
            <a:r>
              <a:rPr lang="es-ES" sz="1400" dirty="0"/>
              <a:t> </a:t>
            </a:r>
            <a:r>
              <a:rPr lang="es-ES" sz="1400" dirty="0" err="1"/>
              <a:t>ridiculus</a:t>
            </a:r>
            <a:r>
              <a:rPr lang="es-ES" sz="1400" dirty="0"/>
              <a:t> mus. </a:t>
            </a:r>
            <a:r>
              <a:rPr lang="es-ES" sz="1400" dirty="0" err="1"/>
              <a:t>Cras</a:t>
            </a:r>
            <a:r>
              <a:rPr lang="es-ES" sz="1400" dirty="0"/>
              <a:t> </a:t>
            </a:r>
            <a:r>
              <a:rPr lang="es-ES" sz="1400" dirty="0" err="1"/>
              <a:t>quis</a:t>
            </a:r>
            <a:r>
              <a:rPr lang="es-ES" sz="1400" dirty="0"/>
              <a:t> vehicula </a:t>
            </a:r>
            <a:r>
              <a:rPr lang="es-ES" sz="1400" dirty="0" err="1"/>
              <a:t>est</a:t>
            </a:r>
            <a:r>
              <a:rPr lang="es-ES" sz="1400" dirty="0"/>
              <a:t>.</a:t>
            </a: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8 Elipse"/>
          <p:cNvSpPr/>
          <p:nvPr/>
        </p:nvSpPr>
        <p:spPr>
          <a:xfrm>
            <a:off x="535098" y="1583007"/>
            <a:ext cx="301926" cy="301926"/>
          </a:xfrm>
          <a:prstGeom prst="ellipse">
            <a:avLst/>
          </a:prstGeom>
          <a:noFill/>
          <a:ln>
            <a:solidFill>
              <a:srgbClr val="354D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354D5A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950209" y="1549304"/>
            <a:ext cx="750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latin typeface="Calibri" panose="020F0502020204030204" pitchFamily="34" charset="0"/>
                <a:cs typeface="Calibri" panose="020F0502020204030204" pitchFamily="34" charset="0"/>
              </a:rPr>
              <a:t>Titulo diapositiva</a:t>
            </a:r>
            <a:endParaRPr lang="es-E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127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AutoShape 3"/>
          <p:cNvSpPr>
            <a:spLocks noChangeArrowheads="1"/>
          </p:cNvSpPr>
          <p:nvPr/>
        </p:nvSpPr>
        <p:spPr bwMode="auto">
          <a:xfrm>
            <a:off x="5562600" y="3498304"/>
            <a:ext cx="2286000" cy="2667000"/>
          </a:xfrm>
          <a:prstGeom prst="rect">
            <a:avLst/>
          </a:prstGeom>
          <a:solidFill>
            <a:srgbClr val="FFC627"/>
          </a:soli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s-ES" altLang="es-ES">
              <a:latin typeface="Verdana" pitchFamily="34" charset="0"/>
            </a:endParaRPr>
          </a:p>
        </p:txBody>
      </p:sp>
      <p:sp>
        <p:nvSpPr>
          <p:cNvPr id="70661" name="AutoShape 5"/>
          <p:cNvSpPr>
            <a:spLocks noChangeArrowheads="1"/>
          </p:cNvSpPr>
          <p:nvPr/>
        </p:nvSpPr>
        <p:spPr bwMode="auto">
          <a:xfrm>
            <a:off x="1143000" y="3498304"/>
            <a:ext cx="2286000" cy="2667000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hangingPunct="0"/>
            <a:endParaRPr lang="es-ES" altLang="es-ES">
              <a:latin typeface="Verdana" pitchFamily="34" charset="0"/>
            </a:endParaRPr>
          </a:p>
        </p:txBody>
      </p:sp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1405620" y="4048612"/>
            <a:ext cx="1800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s-ES" sz="20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Contenido</a:t>
            </a:r>
            <a:endParaRPr lang="en-US" altLang="es-ES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664" name="AutoShape 8"/>
          <p:cNvSpPr>
            <a:spLocks noChangeAspect="1" noChangeArrowheads="1" noTextEdit="1"/>
          </p:cNvSpPr>
          <p:nvPr/>
        </p:nvSpPr>
        <p:spPr bwMode="gray">
          <a:xfrm flipH="1">
            <a:off x="4868863" y="3252788"/>
            <a:ext cx="909637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5805506" y="4101681"/>
            <a:ext cx="1800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s-ES" sz="20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Contenido</a:t>
            </a:r>
            <a:endParaRPr lang="en-US" altLang="es-ES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1 Rectángulo redondeado"/>
          <p:cNvSpPr/>
          <p:nvPr/>
        </p:nvSpPr>
        <p:spPr>
          <a:xfrm>
            <a:off x="2483768" y="2420888"/>
            <a:ext cx="4221832" cy="504056"/>
          </a:xfrm>
          <a:prstGeom prst="roundRect">
            <a:avLst>
              <a:gd name="adj" fmla="val 5329"/>
            </a:avLst>
          </a:prstGeom>
          <a:solidFill>
            <a:srgbClr val="354D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1405620" y="4645071"/>
            <a:ext cx="1800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s-ES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Texto</a:t>
            </a:r>
            <a:r>
              <a:rPr lang="en-US" altLang="es-E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s-ES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contenido</a:t>
            </a:r>
            <a:r>
              <a:rPr lang="en-US" altLang="es-E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s-ES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textocontenido</a:t>
            </a:r>
            <a:endParaRPr lang="en-US" altLang="es-ES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5805506" y="4653136"/>
            <a:ext cx="1800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s-ES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Texto</a:t>
            </a:r>
            <a:r>
              <a:rPr lang="en-US" altLang="es-E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s-ES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contenido</a:t>
            </a:r>
            <a:r>
              <a:rPr lang="en-US" altLang="es-E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s-ES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textocontenido</a:t>
            </a:r>
            <a:endParaRPr lang="en-US" altLang="es-ES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3956774" y="2472861"/>
            <a:ext cx="1800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s-ES" sz="20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Contenido</a:t>
            </a:r>
            <a:endParaRPr lang="en-US" altLang="es-ES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3 Conector recto de flecha"/>
          <p:cNvCxnSpPr/>
          <p:nvPr/>
        </p:nvCxnSpPr>
        <p:spPr>
          <a:xfrm flipH="1">
            <a:off x="3563888" y="3140968"/>
            <a:ext cx="720080" cy="1356420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5 Conector recto de flecha"/>
          <p:cNvCxnSpPr/>
          <p:nvPr/>
        </p:nvCxnSpPr>
        <p:spPr>
          <a:xfrm>
            <a:off x="4725003" y="3139528"/>
            <a:ext cx="639085" cy="1441600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Elipse"/>
          <p:cNvSpPr/>
          <p:nvPr/>
        </p:nvSpPr>
        <p:spPr>
          <a:xfrm>
            <a:off x="535098" y="1583007"/>
            <a:ext cx="301926" cy="301926"/>
          </a:xfrm>
          <a:prstGeom prst="ellipse">
            <a:avLst/>
          </a:prstGeom>
          <a:noFill/>
          <a:ln>
            <a:solidFill>
              <a:srgbClr val="354D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354D5A"/>
              </a:solidFill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950209" y="1549304"/>
            <a:ext cx="750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latin typeface="Calibri" panose="020F0502020204030204" pitchFamily="34" charset="0"/>
                <a:cs typeface="Calibri" panose="020F0502020204030204" pitchFamily="34" charset="0"/>
              </a:rPr>
              <a:t>Titulo diapositiva</a:t>
            </a:r>
            <a:endParaRPr lang="es-E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2"/>
          <p:cNvGraphicFramePr/>
          <p:nvPr>
            <p:extLst>
              <p:ext uri="{D42A27DB-BD31-4B8C-83A1-F6EECF244321}">
                <p14:modId xmlns:p14="http://schemas.microsoft.com/office/powerpoint/2010/main" val="3556235917"/>
              </p:ext>
            </p:extLst>
          </p:nvPr>
        </p:nvGraphicFramePr>
        <p:xfrm>
          <a:off x="1007604" y="1052736"/>
          <a:ext cx="7128792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088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adro de texto 44"/>
          <p:cNvSpPr txBox="1"/>
          <p:nvPr/>
        </p:nvSpPr>
        <p:spPr>
          <a:xfrm>
            <a:off x="3687736" y="2513755"/>
            <a:ext cx="1344798" cy="3384375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endParaRPr lang="es-CL" sz="1050" dirty="0">
              <a:effectLst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grpSp>
        <p:nvGrpSpPr>
          <p:cNvPr id="27" name="26 Grupo"/>
          <p:cNvGrpSpPr/>
          <p:nvPr/>
        </p:nvGrpSpPr>
        <p:grpSpPr>
          <a:xfrm>
            <a:off x="482757" y="1916832"/>
            <a:ext cx="8178486" cy="3960441"/>
            <a:chOff x="492833" y="2485481"/>
            <a:chExt cx="10426854" cy="4653896"/>
          </a:xfrm>
        </p:grpSpPr>
        <p:grpSp>
          <p:nvGrpSpPr>
            <p:cNvPr id="38" name="37 Grupo"/>
            <p:cNvGrpSpPr/>
            <p:nvPr/>
          </p:nvGrpSpPr>
          <p:grpSpPr>
            <a:xfrm>
              <a:off x="4511960" y="2504941"/>
              <a:ext cx="6407727" cy="4634435"/>
              <a:chOff x="0" y="1"/>
              <a:chExt cx="5943600" cy="4634435"/>
            </a:xfrm>
          </p:grpSpPr>
          <p:sp>
            <p:nvSpPr>
              <p:cNvPr id="53" name="Cuadro de texto 4"/>
              <p:cNvSpPr txBox="1"/>
              <p:nvPr/>
            </p:nvSpPr>
            <p:spPr>
              <a:xfrm>
                <a:off x="0" y="9525"/>
                <a:ext cx="1714499" cy="457202"/>
              </a:xfrm>
              <a:prstGeom prst="rect">
                <a:avLst/>
              </a:prstGeom>
              <a:solidFill>
                <a:srgbClr val="374D59"/>
              </a:solidFill>
              <a:ln w="12700">
                <a:solidFill>
                  <a:srgbClr val="FFFFFF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endParaRPr lang="es-CL" sz="1200" b="1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Calibri"/>
                  <a:cs typeface="Calibri" panose="020F0502020204030204" pitchFamily="34" charset="0"/>
                </a:endParaRPr>
              </a:p>
            </p:txBody>
          </p:sp>
          <p:grpSp>
            <p:nvGrpSpPr>
              <p:cNvPr id="44" name="43 Grupo"/>
              <p:cNvGrpSpPr/>
              <p:nvPr/>
            </p:nvGrpSpPr>
            <p:grpSpPr>
              <a:xfrm>
                <a:off x="2066925" y="1"/>
                <a:ext cx="1714500" cy="4634435"/>
                <a:chOff x="0" y="1"/>
                <a:chExt cx="1714500" cy="4634435"/>
              </a:xfrm>
            </p:grpSpPr>
            <p:sp>
              <p:nvSpPr>
                <p:cNvPr id="51" name="Cuadro de texto 8"/>
                <p:cNvSpPr txBox="1"/>
                <p:nvPr/>
              </p:nvSpPr>
              <p:spPr>
                <a:xfrm>
                  <a:off x="0" y="1"/>
                  <a:ext cx="1714500" cy="466727"/>
                </a:xfrm>
                <a:prstGeom prst="rect">
                  <a:avLst/>
                </a:prstGeom>
                <a:solidFill>
                  <a:srgbClr val="374D59"/>
                </a:solidFill>
                <a:ln w="12700">
                  <a:solidFill>
                    <a:srgbClr val="FFFFFF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endParaRPr lang="es-CL" sz="1200" b="1" dirty="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2" name="Cuadro de texto 9"/>
                <p:cNvSpPr txBox="1"/>
                <p:nvPr/>
              </p:nvSpPr>
              <p:spPr>
                <a:xfrm>
                  <a:off x="0" y="681983"/>
                  <a:ext cx="1714500" cy="3952453"/>
                </a:xfrm>
                <a:prstGeom prst="rect">
                  <a:avLst/>
                </a:prstGeom>
                <a:noFill/>
                <a:ln w="6350">
                  <a:solidFill>
                    <a:schemeClr val="tx1"/>
                  </a:solidFill>
                  <a:prstDash val="dash"/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>
                    <a:spcAft>
                      <a:spcPts val="0"/>
                    </a:spcAft>
                  </a:pPr>
                  <a:endParaRPr lang="es-CL" sz="1200" dirty="0">
                    <a:effectLst/>
                    <a:latin typeface="Montserrat"/>
                    <a:ea typeface="Calibri"/>
                    <a:cs typeface="Times New Roman"/>
                  </a:endParaRPr>
                </a:p>
              </p:txBody>
            </p:sp>
          </p:grpSp>
          <p:grpSp>
            <p:nvGrpSpPr>
              <p:cNvPr id="45" name="44 Grupo"/>
              <p:cNvGrpSpPr/>
              <p:nvPr/>
            </p:nvGrpSpPr>
            <p:grpSpPr>
              <a:xfrm>
                <a:off x="4229099" y="9525"/>
                <a:ext cx="1714501" cy="2086424"/>
                <a:chOff x="-1" y="0"/>
                <a:chExt cx="1714501" cy="2086424"/>
              </a:xfrm>
            </p:grpSpPr>
            <p:sp>
              <p:nvSpPr>
                <p:cNvPr id="49" name="Cuadro de texto 11"/>
                <p:cNvSpPr txBox="1"/>
                <p:nvPr/>
              </p:nvSpPr>
              <p:spPr>
                <a:xfrm>
                  <a:off x="0" y="0"/>
                  <a:ext cx="1714500" cy="457203"/>
                </a:xfrm>
                <a:prstGeom prst="rect">
                  <a:avLst/>
                </a:prstGeom>
                <a:solidFill>
                  <a:srgbClr val="374D59"/>
                </a:solidFill>
                <a:ln w="12700">
                  <a:solidFill>
                    <a:srgbClr val="FFFFFF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endParaRPr lang="es-CL" sz="1200" b="1" dirty="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0" name="Cuadro de texto 12"/>
                <p:cNvSpPr txBox="1"/>
                <p:nvPr/>
              </p:nvSpPr>
              <p:spPr>
                <a:xfrm>
                  <a:off x="-1" y="647946"/>
                  <a:ext cx="1714501" cy="1438478"/>
                </a:xfrm>
                <a:prstGeom prst="rect">
                  <a:avLst/>
                </a:prstGeom>
                <a:noFill/>
                <a:ln w="6350">
                  <a:solidFill>
                    <a:prstClr val="black"/>
                  </a:solidFill>
                  <a:prstDash val="dash"/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:r>
                    <a:rPr lang="es-ES_tradnl" sz="1200" dirty="0">
                      <a:effectLst/>
                      <a:latin typeface="Montserrat"/>
                      <a:ea typeface="Calibri"/>
                      <a:cs typeface="Times New Roman"/>
                    </a:rPr>
                    <a:t> </a:t>
                  </a:r>
                  <a:endParaRPr lang="es-CL" sz="1200" dirty="0">
                    <a:effectLst/>
                    <a:latin typeface="Montserrat"/>
                    <a:ea typeface="Calibri"/>
                    <a:cs typeface="Times New Roman"/>
                  </a:endParaRPr>
                </a:p>
              </p:txBody>
            </p:sp>
          </p:grpSp>
          <p:sp>
            <p:nvSpPr>
              <p:cNvPr id="48" name="Cuadro de texto 17"/>
              <p:cNvSpPr txBox="1"/>
              <p:nvPr/>
            </p:nvSpPr>
            <p:spPr>
              <a:xfrm>
                <a:off x="4229101" y="2519029"/>
                <a:ext cx="1714499" cy="2115407"/>
              </a:xfrm>
              <a:prstGeom prst="rect">
                <a:avLst/>
              </a:prstGeom>
              <a:noFill/>
              <a:ln w="6350">
                <a:solidFill>
                  <a:prstClr val="black"/>
                </a:solidFill>
                <a:prstDash val="dash"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1200"/>
                  </a:spcBef>
                  <a:spcAft>
                    <a:spcPts val="0"/>
                  </a:spcAft>
                </a:pPr>
                <a:endParaRPr lang="es-CL" sz="1200" dirty="0">
                  <a:effectLst/>
                  <a:latin typeface="Montserrat"/>
                  <a:ea typeface="Calibri"/>
                  <a:cs typeface="Times New Roman"/>
                </a:endParaRPr>
              </a:p>
            </p:txBody>
          </p:sp>
        </p:grpSp>
        <p:grpSp>
          <p:nvGrpSpPr>
            <p:cNvPr id="29" name="28 Grupo"/>
            <p:cNvGrpSpPr/>
            <p:nvPr/>
          </p:nvGrpSpPr>
          <p:grpSpPr>
            <a:xfrm>
              <a:off x="492833" y="2485481"/>
              <a:ext cx="3781453" cy="4653896"/>
              <a:chOff x="-28" y="-22986"/>
              <a:chExt cx="3781453" cy="5497459"/>
            </a:xfrm>
          </p:grpSpPr>
          <p:grpSp>
            <p:nvGrpSpPr>
              <p:cNvPr id="30" name="29 Grupo"/>
              <p:cNvGrpSpPr/>
              <p:nvPr/>
            </p:nvGrpSpPr>
            <p:grpSpPr>
              <a:xfrm>
                <a:off x="-28" y="-22986"/>
                <a:ext cx="1714528" cy="5497459"/>
                <a:chOff x="-28" y="-115229"/>
                <a:chExt cx="1714528" cy="4778356"/>
              </a:xfrm>
            </p:grpSpPr>
            <p:sp>
              <p:nvSpPr>
                <p:cNvPr id="34" name="Cuadro de texto 40"/>
                <p:cNvSpPr txBox="1"/>
                <p:nvPr/>
              </p:nvSpPr>
              <p:spPr>
                <a:xfrm>
                  <a:off x="0" y="-115229"/>
                  <a:ext cx="1714500" cy="479209"/>
                </a:xfrm>
                <a:prstGeom prst="rect">
                  <a:avLst/>
                </a:prstGeom>
                <a:solidFill>
                  <a:srgbClr val="374D59"/>
                </a:solidFill>
                <a:ln w="12700">
                  <a:solidFill>
                    <a:srgbClr val="FFFFFF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endParaRPr lang="es-CL" sz="1200" b="1" dirty="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5" name="Cuadro de texto 41"/>
                <p:cNvSpPr txBox="1"/>
                <p:nvPr/>
              </p:nvSpPr>
              <p:spPr>
                <a:xfrm>
                  <a:off x="-28" y="579805"/>
                  <a:ext cx="1714528" cy="4083322"/>
                </a:xfrm>
                <a:prstGeom prst="rect">
                  <a:avLst/>
                </a:prstGeom>
                <a:noFill/>
                <a:ln w="6350">
                  <a:solidFill>
                    <a:prstClr val="black"/>
                  </a:solidFill>
                  <a:prstDash val="dash"/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endParaRPr lang="es-CL" sz="1200" dirty="0">
                    <a:effectLst/>
                    <a:latin typeface="Montserrat"/>
                    <a:ea typeface="Calibri"/>
                    <a:cs typeface="Times New Roman"/>
                  </a:endParaRPr>
                </a:p>
                <a:p>
                  <a:pPr algn="ctr">
                    <a:spcAft>
                      <a:spcPts val="0"/>
                    </a:spcAft>
                  </a:pPr>
                  <a:r>
                    <a:rPr lang="es-CL" sz="1200" b="1" dirty="0">
                      <a:effectLst/>
                      <a:latin typeface="Calibri" panose="020F0502020204030204" pitchFamily="34" charset="0"/>
                      <a:ea typeface="Calibri"/>
                      <a:cs typeface="Calibri" panose="020F0502020204030204" pitchFamily="34" charset="0"/>
                    </a:rPr>
                    <a:t>6</a:t>
                  </a:r>
                </a:p>
                <a:p>
                  <a:pPr algn="ctr">
                    <a:spcAft>
                      <a:spcPts val="0"/>
                    </a:spcAft>
                  </a:pPr>
                  <a:r>
                    <a:rPr lang="es-CL" sz="1200" dirty="0">
                      <a:effectLst/>
                      <a:latin typeface="Calibri" panose="020F0502020204030204" pitchFamily="34" charset="0"/>
                      <a:ea typeface="Calibri"/>
                      <a:cs typeface="Calibri" panose="020F0502020204030204" pitchFamily="34" charset="0"/>
                    </a:rPr>
                    <a:t>SUBITEM</a:t>
                  </a:r>
                </a:p>
                <a:p>
                  <a:pPr algn="ctr">
                    <a:spcAft>
                      <a:spcPts val="0"/>
                    </a:spcAft>
                  </a:pPr>
                  <a:r>
                    <a:rPr lang="es-CL" sz="2000" dirty="0">
                      <a:effectLst/>
                      <a:latin typeface="Calibri" panose="020F0502020204030204" pitchFamily="34" charset="0"/>
                      <a:ea typeface="Calibri"/>
                      <a:cs typeface="Calibri" panose="020F0502020204030204" pitchFamily="34" charset="0"/>
                    </a:rPr>
                    <a:t> </a:t>
                  </a:r>
                  <a:endParaRPr lang="es-CL" sz="1200" dirty="0">
                    <a:effectLst/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</a:endParaRPr>
                </a:p>
                <a:p>
                  <a:pPr algn="ctr">
                    <a:spcAft>
                      <a:spcPts val="0"/>
                    </a:spcAft>
                  </a:pPr>
                  <a:r>
                    <a:rPr lang="es-CL" sz="1200" b="1" dirty="0">
                      <a:effectLst/>
                      <a:latin typeface="Calibri" panose="020F0502020204030204" pitchFamily="34" charset="0"/>
                      <a:ea typeface="Calibri"/>
                      <a:cs typeface="Calibri" panose="020F0502020204030204" pitchFamily="34" charset="0"/>
                    </a:rPr>
                    <a:t>22</a:t>
                  </a:r>
                </a:p>
                <a:p>
                  <a:pPr algn="ctr">
                    <a:spcAft>
                      <a:spcPts val="0"/>
                    </a:spcAft>
                  </a:pPr>
                  <a:r>
                    <a:rPr lang="es-CL" sz="1200" dirty="0">
                      <a:effectLst/>
                      <a:latin typeface="Calibri" panose="020F0502020204030204" pitchFamily="34" charset="0"/>
                      <a:ea typeface="Calibri"/>
                      <a:cs typeface="Calibri" panose="020F0502020204030204" pitchFamily="34" charset="0"/>
                    </a:rPr>
                    <a:t>SUBITEM</a:t>
                  </a:r>
                </a:p>
                <a:p>
                  <a:pPr algn="ctr">
                    <a:spcAft>
                      <a:spcPts val="0"/>
                    </a:spcAft>
                  </a:pPr>
                  <a:r>
                    <a:rPr lang="es-CL" sz="2000" dirty="0">
                      <a:effectLst/>
                      <a:latin typeface="Calibri" panose="020F0502020204030204" pitchFamily="34" charset="0"/>
                      <a:ea typeface="Calibri"/>
                      <a:cs typeface="Calibri" panose="020F0502020204030204" pitchFamily="34" charset="0"/>
                    </a:rPr>
                    <a:t> </a:t>
                  </a:r>
                  <a:endParaRPr lang="es-CL" sz="1200" dirty="0">
                    <a:effectLst/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</a:endParaRPr>
                </a:p>
                <a:p>
                  <a:pPr algn="ctr">
                    <a:spcAft>
                      <a:spcPts val="0"/>
                    </a:spcAft>
                  </a:pPr>
                  <a:r>
                    <a:rPr lang="es-CL" sz="1200" b="1" dirty="0">
                      <a:effectLst/>
                      <a:latin typeface="Calibri" panose="020F0502020204030204" pitchFamily="34" charset="0"/>
                      <a:ea typeface="Calibri"/>
                      <a:cs typeface="Calibri" panose="020F0502020204030204" pitchFamily="34" charset="0"/>
                    </a:rPr>
                    <a:t>25</a:t>
                  </a:r>
                </a:p>
                <a:p>
                  <a:pPr algn="ctr">
                    <a:spcAft>
                      <a:spcPts val="0"/>
                    </a:spcAft>
                  </a:pPr>
                  <a:r>
                    <a:rPr lang="es-CL" sz="1200" dirty="0">
                      <a:effectLst/>
                      <a:latin typeface="Calibri" panose="020F0502020204030204" pitchFamily="34" charset="0"/>
                      <a:ea typeface="Calibri"/>
                      <a:cs typeface="Calibri" panose="020F0502020204030204" pitchFamily="34" charset="0"/>
                    </a:rPr>
                    <a:t>SUBITEM</a:t>
                  </a:r>
                </a:p>
              </p:txBody>
            </p:sp>
          </p:grpSp>
          <p:grpSp>
            <p:nvGrpSpPr>
              <p:cNvPr id="31" name="30 Grupo"/>
              <p:cNvGrpSpPr/>
              <p:nvPr/>
            </p:nvGrpSpPr>
            <p:grpSpPr>
              <a:xfrm>
                <a:off x="2066925" y="0"/>
                <a:ext cx="1714500" cy="5474472"/>
                <a:chOff x="0" y="-85725"/>
                <a:chExt cx="1714500" cy="4758376"/>
              </a:xfrm>
            </p:grpSpPr>
            <p:sp>
              <p:nvSpPr>
                <p:cNvPr id="32" name="Cuadro de texto 43"/>
                <p:cNvSpPr txBox="1"/>
                <p:nvPr/>
              </p:nvSpPr>
              <p:spPr>
                <a:xfrm>
                  <a:off x="0" y="-85725"/>
                  <a:ext cx="1714500" cy="479209"/>
                </a:xfrm>
                <a:prstGeom prst="rect">
                  <a:avLst/>
                </a:prstGeom>
                <a:solidFill>
                  <a:srgbClr val="374D59"/>
                </a:solidFill>
                <a:ln w="12700">
                  <a:solidFill>
                    <a:srgbClr val="FFFFFF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endParaRPr lang="es-CL" sz="1200" b="1" dirty="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" name="Cuadro de texto 44"/>
                <p:cNvSpPr txBox="1"/>
                <p:nvPr/>
              </p:nvSpPr>
              <p:spPr>
                <a:xfrm>
                  <a:off x="0" y="589330"/>
                  <a:ext cx="1714500" cy="4083321"/>
                </a:xfrm>
                <a:prstGeom prst="rect">
                  <a:avLst/>
                </a:prstGeom>
                <a:noFill/>
                <a:ln w="6350">
                  <a:solidFill>
                    <a:schemeClr val="tx1"/>
                  </a:solidFill>
                  <a:prstDash val="dash"/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endParaRPr lang="es-CL" sz="1050" dirty="0">
                    <a:effectLst/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3" name="2 CuadroTexto"/>
          <p:cNvSpPr txBox="1"/>
          <p:nvPr/>
        </p:nvSpPr>
        <p:spPr>
          <a:xfrm>
            <a:off x="759123" y="1993482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ITEM 1</a:t>
            </a:r>
            <a:endParaRPr lang="es-ES" sz="1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58 CuadroTexto"/>
          <p:cNvSpPr txBox="1"/>
          <p:nvPr/>
        </p:nvSpPr>
        <p:spPr>
          <a:xfrm>
            <a:off x="2380363" y="1993482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ITEM 2</a:t>
            </a:r>
            <a:endParaRPr lang="es-ES" sz="1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59 CuadroTexto"/>
          <p:cNvSpPr txBox="1"/>
          <p:nvPr/>
        </p:nvSpPr>
        <p:spPr>
          <a:xfrm>
            <a:off x="3964091" y="1976923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ITEM 3</a:t>
            </a:r>
            <a:endParaRPr lang="es-ES" sz="1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2363134"/>
              </p:ext>
            </p:extLst>
          </p:nvPr>
        </p:nvGraphicFramePr>
        <p:xfrm>
          <a:off x="539552" y="1628800"/>
          <a:ext cx="8063162" cy="4530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1801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ES"/>
              <a:t>Diagram</a:t>
            </a:r>
            <a:endParaRPr lang="en-US" altLang="es-ES" sz="1800"/>
          </a:p>
        </p:txBody>
      </p:sp>
      <p:graphicFrame>
        <p:nvGraphicFramePr>
          <p:cNvPr id="30" name="3 Marcador de contenid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3987112"/>
              </p:ext>
            </p:extLst>
          </p:nvPr>
        </p:nvGraphicFramePr>
        <p:xfrm>
          <a:off x="654273" y="2348880"/>
          <a:ext cx="6912768" cy="3794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1" name="30 Elipse"/>
          <p:cNvSpPr/>
          <p:nvPr/>
        </p:nvSpPr>
        <p:spPr>
          <a:xfrm>
            <a:off x="535098" y="1583007"/>
            <a:ext cx="301926" cy="301926"/>
          </a:xfrm>
          <a:prstGeom prst="ellipse">
            <a:avLst/>
          </a:prstGeom>
          <a:noFill/>
          <a:ln>
            <a:solidFill>
              <a:srgbClr val="354D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354D5A"/>
              </a:solidFill>
            </a:endParaRPr>
          </a:p>
        </p:txBody>
      </p:sp>
      <p:sp>
        <p:nvSpPr>
          <p:cNvPr id="32" name="31 CuadroTexto"/>
          <p:cNvSpPr txBox="1"/>
          <p:nvPr/>
        </p:nvSpPr>
        <p:spPr>
          <a:xfrm>
            <a:off x="950209" y="1549304"/>
            <a:ext cx="750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latin typeface="Calibri" panose="020F0502020204030204" pitchFamily="34" charset="0"/>
                <a:cs typeface="Calibri" panose="020F0502020204030204" pitchFamily="34" charset="0"/>
              </a:rPr>
              <a:t>Gráficos</a:t>
            </a:r>
            <a:endParaRPr lang="es-E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2 Marcador de contenido"/>
          <p:cNvSpPr>
            <a:spLocks noGrp="1"/>
          </p:cNvSpPr>
          <p:nvPr>
            <p:ph idx="1"/>
          </p:nvPr>
        </p:nvSpPr>
        <p:spPr>
          <a:xfrm>
            <a:off x="395536" y="2348880"/>
            <a:ext cx="4464496" cy="3449343"/>
          </a:xfrm>
        </p:spPr>
        <p:txBody>
          <a:bodyPr>
            <a:normAutofit/>
          </a:bodyPr>
          <a:lstStyle/>
          <a:p>
            <a:pPr algn="just">
              <a:buClr>
                <a:srgbClr val="354D5A"/>
              </a:buClr>
              <a:buFont typeface="Wingdings 3" panose="05040102010807070707" pitchFamily="18" charset="2"/>
              <a:buChar char=""/>
            </a:pPr>
            <a:r>
              <a:rPr lang="es-ES" sz="1400" dirty="0" err="1"/>
              <a:t>Etiam</a:t>
            </a:r>
            <a:r>
              <a:rPr lang="es-ES" sz="1400" dirty="0"/>
              <a:t> </a:t>
            </a:r>
            <a:r>
              <a:rPr lang="es-ES" sz="1400" dirty="0" err="1"/>
              <a:t>eu</a:t>
            </a:r>
            <a:r>
              <a:rPr lang="es-ES" sz="1400" dirty="0"/>
              <a:t> </a:t>
            </a:r>
            <a:r>
              <a:rPr lang="es-ES" sz="1400" dirty="0" err="1"/>
              <a:t>feugiat</a:t>
            </a:r>
            <a:r>
              <a:rPr lang="es-ES" sz="1400" dirty="0"/>
              <a:t> </a:t>
            </a:r>
            <a:r>
              <a:rPr lang="es-ES" sz="1400" dirty="0" err="1"/>
              <a:t>sapien</a:t>
            </a:r>
            <a:r>
              <a:rPr lang="es-ES" sz="1400" dirty="0"/>
              <a:t>.</a:t>
            </a:r>
          </a:p>
          <a:p>
            <a:pPr algn="just">
              <a:buClr>
                <a:srgbClr val="354D5A"/>
              </a:buClr>
              <a:buFont typeface="Wingdings 3" panose="05040102010807070707" pitchFamily="18" charset="2"/>
              <a:buChar char=""/>
            </a:pPr>
            <a:r>
              <a:rPr lang="pt-BR" sz="1400" dirty="0" err="1"/>
              <a:t>Cidunt</a:t>
            </a:r>
            <a:r>
              <a:rPr lang="pt-BR" sz="1400" dirty="0"/>
              <a:t> </a:t>
            </a:r>
            <a:r>
              <a:rPr lang="pt-BR" sz="1400" dirty="0" err="1"/>
              <a:t>lacus</a:t>
            </a:r>
            <a:r>
              <a:rPr lang="pt-BR" sz="1400" dirty="0"/>
              <a:t>, a </a:t>
            </a:r>
            <a:r>
              <a:rPr lang="pt-BR" sz="1400" dirty="0" err="1"/>
              <a:t>accumsan</a:t>
            </a:r>
            <a:r>
              <a:rPr lang="pt-BR" sz="1400" dirty="0"/>
              <a:t> sem </a:t>
            </a:r>
            <a:r>
              <a:rPr lang="pt-BR" sz="1400" dirty="0" err="1"/>
              <a:t>ornare</a:t>
            </a:r>
            <a:r>
              <a:rPr lang="pt-BR" sz="1400" dirty="0"/>
              <a:t> at. </a:t>
            </a:r>
            <a:r>
              <a:rPr lang="pt-BR" sz="1400" dirty="0" err="1"/>
              <a:t>Morbi</a:t>
            </a:r>
            <a:r>
              <a:rPr lang="pt-BR" sz="1400" dirty="0"/>
              <a:t> </a:t>
            </a:r>
            <a:r>
              <a:rPr lang="pt-BR" sz="1400" dirty="0" err="1"/>
              <a:t>fe</a:t>
            </a:r>
            <a:endParaRPr lang="pt-BR" sz="1400" dirty="0"/>
          </a:p>
          <a:p>
            <a:pPr algn="just">
              <a:buClr>
                <a:srgbClr val="354D5A"/>
              </a:buClr>
              <a:buFont typeface="Wingdings 3" panose="05040102010807070707" pitchFamily="18" charset="2"/>
              <a:buChar char=""/>
            </a:pPr>
            <a:r>
              <a:rPr lang="es-ES" sz="1400" dirty="0" err="1"/>
              <a:t>hac</a:t>
            </a:r>
            <a:r>
              <a:rPr lang="es-ES" sz="1400" dirty="0"/>
              <a:t> </a:t>
            </a:r>
            <a:r>
              <a:rPr lang="es-ES" sz="1400" dirty="0" err="1"/>
              <a:t>habitasse</a:t>
            </a:r>
            <a:r>
              <a:rPr lang="es-ES" sz="1400" dirty="0"/>
              <a:t> platea </a:t>
            </a:r>
            <a:r>
              <a:rPr lang="es-ES" sz="1400" dirty="0" err="1"/>
              <a:t>dictum</a:t>
            </a:r>
            <a:endParaRPr lang="es-ES" sz="1400" dirty="0"/>
          </a:p>
          <a:p>
            <a:pPr algn="just">
              <a:buClr>
                <a:srgbClr val="354D5A"/>
              </a:buClr>
              <a:buFont typeface="Wingdings 3" panose="05040102010807070707" pitchFamily="18" charset="2"/>
              <a:buChar char=""/>
            </a:pPr>
            <a:r>
              <a:rPr lang="es-ES" sz="1400" dirty="0" err="1"/>
              <a:t>Praesent</a:t>
            </a:r>
            <a:r>
              <a:rPr lang="es-ES" sz="1400" dirty="0"/>
              <a:t> </a:t>
            </a:r>
            <a:r>
              <a:rPr lang="es-ES" sz="1400" dirty="0" err="1"/>
              <a:t>posuere</a:t>
            </a:r>
            <a:r>
              <a:rPr lang="es-ES" sz="1400" dirty="0"/>
              <a:t> </a:t>
            </a:r>
            <a:r>
              <a:rPr lang="es-ES" sz="1400" dirty="0" err="1"/>
              <a:t>vestibulum</a:t>
            </a:r>
            <a:r>
              <a:rPr lang="es-ES" sz="1400" dirty="0"/>
              <a:t> </a:t>
            </a:r>
            <a:r>
              <a:rPr lang="es-ES" sz="1400" dirty="0" err="1"/>
              <a:t>maximus</a:t>
            </a:r>
            <a:r>
              <a:rPr lang="es-ES" sz="1400" dirty="0"/>
              <a:t>. </a:t>
            </a:r>
            <a:r>
              <a:rPr lang="es-ES" sz="1400" dirty="0" err="1"/>
              <a:t>Proin</a:t>
            </a:r>
            <a:r>
              <a:rPr lang="es-ES" sz="1400" dirty="0"/>
              <a:t> </a:t>
            </a:r>
            <a:r>
              <a:rPr lang="es-ES" sz="1400" dirty="0" err="1"/>
              <a:t>faucibus</a:t>
            </a:r>
            <a:endParaRPr lang="es-ES" sz="1400" dirty="0"/>
          </a:p>
          <a:p>
            <a:pPr algn="just">
              <a:buClr>
                <a:srgbClr val="354D5A"/>
              </a:buClr>
              <a:buFont typeface="Wingdings 3" panose="05040102010807070707" pitchFamily="18" charset="2"/>
              <a:buChar char=""/>
            </a:pPr>
            <a:r>
              <a:rPr lang="fr-FR" sz="1400" dirty="0" err="1"/>
              <a:t>venenatis</a:t>
            </a:r>
            <a:r>
              <a:rPr lang="fr-FR" sz="1400" dirty="0"/>
              <a:t> </a:t>
            </a:r>
            <a:r>
              <a:rPr lang="fr-FR" sz="1400" dirty="0" err="1"/>
              <a:t>congue</a:t>
            </a:r>
            <a:r>
              <a:rPr lang="fr-FR" sz="1400" dirty="0"/>
              <a:t> </a:t>
            </a:r>
            <a:r>
              <a:rPr lang="fr-FR" sz="1400" dirty="0" err="1"/>
              <a:t>nisl</a:t>
            </a:r>
            <a:r>
              <a:rPr lang="fr-FR" sz="1400" dirty="0"/>
              <a:t>, in </a:t>
            </a:r>
            <a:r>
              <a:rPr lang="fr-FR" sz="1400" dirty="0" err="1"/>
              <a:t>facilisis</a:t>
            </a:r>
            <a:r>
              <a:rPr lang="fr-FR" sz="1400" dirty="0"/>
              <a:t> </a:t>
            </a:r>
            <a:r>
              <a:rPr lang="fr-FR" sz="1400" dirty="0" err="1"/>
              <a:t>dui</a:t>
            </a:r>
            <a:r>
              <a:rPr lang="fr-FR" sz="1400" dirty="0"/>
              <a:t> cursus id. </a:t>
            </a:r>
            <a:r>
              <a:rPr lang="fr-FR" sz="1400" dirty="0" err="1"/>
              <a:t>Phasellus</a:t>
            </a:r>
            <a:r>
              <a:rPr lang="fr-FR" sz="1400" dirty="0"/>
              <a:t> </a:t>
            </a:r>
            <a:r>
              <a:rPr lang="fr-FR" sz="1400" dirty="0" err="1"/>
              <a:t>iac</a:t>
            </a:r>
            <a:endParaRPr lang="fr-FR" sz="1400" dirty="0"/>
          </a:p>
          <a:p>
            <a:pPr algn="just">
              <a:buClr>
                <a:srgbClr val="354D5A"/>
              </a:buClr>
              <a:buFont typeface="Wingdings 3" panose="05040102010807070707" pitchFamily="18" charset="2"/>
              <a:buChar char=""/>
            </a:pPr>
            <a:r>
              <a:rPr lang="fr-FR" sz="1400" dirty="0" err="1"/>
              <a:t>Fdui</a:t>
            </a:r>
            <a:r>
              <a:rPr lang="fr-FR" sz="1400" dirty="0"/>
              <a:t> cursus id. </a:t>
            </a:r>
            <a:r>
              <a:rPr lang="fr-FR" sz="1400" dirty="0" err="1"/>
              <a:t>Phasellus</a:t>
            </a:r>
            <a:r>
              <a:rPr lang="fr-FR" sz="1400" dirty="0"/>
              <a:t> </a:t>
            </a:r>
            <a:r>
              <a:rPr lang="fr-FR" sz="1400" dirty="0" err="1"/>
              <a:t>iac</a:t>
            </a:r>
            <a:endParaRPr lang="fr-FR" sz="1400" dirty="0"/>
          </a:p>
          <a:p>
            <a:pPr algn="just">
              <a:buClr>
                <a:srgbClr val="354D5A"/>
              </a:buClr>
              <a:buFont typeface="Wingdings 3" panose="05040102010807070707" pitchFamily="18" charset="2"/>
              <a:buChar char=""/>
            </a:pPr>
            <a:r>
              <a:rPr lang="fr-FR" sz="1400" dirty="0"/>
              <a:t>N, in </a:t>
            </a:r>
            <a:r>
              <a:rPr lang="fr-FR" sz="1400" dirty="0" err="1"/>
              <a:t>facilisis</a:t>
            </a:r>
            <a:r>
              <a:rPr lang="fr-FR" sz="1400" dirty="0"/>
              <a:t> </a:t>
            </a:r>
            <a:r>
              <a:rPr lang="fr-FR" sz="1400" dirty="0" err="1"/>
              <a:t>dui</a:t>
            </a:r>
            <a:r>
              <a:rPr lang="fr-FR" sz="1400" dirty="0"/>
              <a:t> cursus id. </a:t>
            </a:r>
            <a:r>
              <a:rPr lang="fr-FR" sz="1400" dirty="0" err="1"/>
              <a:t>Phasellus</a:t>
            </a:r>
            <a:r>
              <a:rPr lang="fr-FR" sz="1400" dirty="0"/>
              <a:t> </a:t>
            </a:r>
            <a:r>
              <a:rPr lang="fr-FR" sz="1400" dirty="0" err="1"/>
              <a:t>iac</a:t>
            </a:r>
            <a:endParaRPr lang="es-CL" sz="1400" dirty="0"/>
          </a:p>
          <a:p>
            <a:pPr marL="0" indent="0" algn="just">
              <a:buClr>
                <a:srgbClr val="D10505"/>
              </a:buClr>
              <a:buNone/>
            </a:pPr>
            <a:endParaRPr lang="es-CL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D10505"/>
              </a:buClr>
              <a:buFont typeface="Wingdings 3" panose="05040102010807070707" pitchFamily="18" charset="2"/>
              <a:buChar char=""/>
            </a:pPr>
            <a:endParaRPr lang="es-CL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2 Marcador de contenido"/>
          <p:cNvSpPr txBox="1">
            <a:spLocks/>
          </p:cNvSpPr>
          <p:nvPr/>
        </p:nvSpPr>
        <p:spPr bwMode="auto">
          <a:xfrm>
            <a:off x="5219033" y="2348880"/>
            <a:ext cx="3529431" cy="3449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Clr>
                <a:srgbClr val="354D5A"/>
              </a:buClr>
              <a:buFont typeface="Wingdings 3" panose="05040102010807070707" pitchFamily="18" charset="2"/>
              <a:buChar char=""/>
            </a:pPr>
            <a:r>
              <a:rPr lang="es-ES" sz="1400" kern="0" dirty="0" err="1"/>
              <a:t>Etiam</a:t>
            </a:r>
            <a:r>
              <a:rPr lang="es-ES" sz="1400" kern="0" dirty="0"/>
              <a:t> </a:t>
            </a:r>
            <a:r>
              <a:rPr lang="es-ES" sz="1400" kern="0" dirty="0" err="1"/>
              <a:t>eu</a:t>
            </a:r>
            <a:r>
              <a:rPr lang="es-ES" sz="1400" kern="0" dirty="0"/>
              <a:t> </a:t>
            </a:r>
            <a:r>
              <a:rPr lang="es-ES" sz="1400" kern="0" dirty="0" err="1"/>
              <a:t>feugiat</a:t>
            </a:r>
            <a:r>
              <a:rPr lang="es-ES" sz="1400" kern="0" dirty="0"/>
              <a:t> </a:t>
            </a:r>
            <a:r>
              <a:rPr lang="es-ES" sz="1400" kern="0" dirty="0" err="1"/>
              <a:t>sapien</a:t>
            </a:r>
            <a:r>
              <a:rPr lang="es-ES" sz="1400" kern="0" dirty="0"/>
              <a:t>.</a:t>
            </a:r>
          </a:p>
          <a:p>
            <a:pPr algn="just">
              <a:buClr>
                <a:srgbClr val="354D5A"/>
              </a:buClr>
              <a:buFont typeface="Wingdings 3" panose="05040102010807070707" pitchFamily="18" charset="2"/>
              <a:buChar char=""/>
            </a:pPr>
            <a:r>
              <a:rPr lang="pt-BR" sz="1400" kern="0" dirty="0" err="1"/>
              <a:t>Cidunt</a:t>
            </a:r>
            <a:r>
              <a:rPr lang="pt-BR" sz="1400" kern="0" dirty="0"/>
              <a:t> </a:t>
            </a:r>
            <a:r>
              <a:rPr lang="pt-BR" sz="1400" kern="0" dirty="0" err="1"/>
              <a:t>lacus</a:t>
            </a:r>
            <a:r>
              <a:rPr lang="pt-BR" sz="1400" kern="0" dirty="0"/>
              <a:t>, a </a:t>
            </a:r>
            <a:r>
              <a:rPr lang="pt-BR" sz="1400" kern="0" dirty="0" err="1"/>
              <a:t>accumsan</a:t>
            </a:r>
            <a:r>
              <a:rPr lang="pt-BR" sz="1400" kern="0" dirty="0"/>
              <a:t> sem </a:t>
            </a:r>
            <a:r>
              <a:rPr lang="pt-BR" sz="1400" kern="0" dirty="0" err="1"/>
              <a:t>ornare</a:t>
            </a:r>
            <a:r>
              <a:rPr lang="pt-BR" sz="1400" kern="0" dirty="0"/>
              <a:t> at. </a:t>
            </a:r>
            <a:r>
              <a:rPr lang="pt-BR" sz="1400" kern="0" dirty="0" err="1"/>
              <a:t>Morbi</a:t>
            </a:r>
            <a:r>
              <a:rPr lang="pt-BR" sz="1400" kern="0" dirty="0"/>
              <a:t> </a:t>
            </a:r>
            <a:r>
              <a:rPr lang="pt-BR" sz="1400" kern="0" dirty="0" err="1"/>
              <a:t>fe</a:t>
            </a:r>
            <a:endParaRPr lang="pt-BR" sz="1400" kern="0" dirty="0"/>
          </a:p>
          <a:p>
            <a:pPr algn="just">
              <a:buClr>
                <a:srgbClr val="354D5A"/>
              </a:buClr>
              <a:buFont typeface="Wingdings 3" panose="05040102010807070707" pitchFamily="18" charset="2"/>
              <a:buChar char=""/>
            </a:pPr>
            <a:r>
              <a:rPr lang="es-ES" sz="1400" kern="0" dirty="0" err="1"/>
              <a:t>hac</a:t>
            </a:r>
            <a:r>
              <a:rPr lang="es-ES" sz="1400" kern="0" dirty="0"/>
              <a:t> </a:t>
            </a:r>
            <a:r>
              <a:rPr lang="es-ES" sz="1400" kern="0" dirty="0" err="1"/>
              <a:t>habitasse</a:t>
            </a:r>
            <a:r>
              <a:rPr lang="es-ES" sz="1400" kern="0" dirty="0"/>
              <a:t> platea </a:t>
            </a:r>
            <a:r>
              <a:rPr lang="es-ES" sz="1400" kern="0" dirty="0" err="1"/>
              <a:t>dictum</a:t>
            </a:r>
            <a:endParaRPr lang="es-ES" sz="1400" kern="0" dirty="0"/>
          </a:p>
          <a:p>
            <a:pPr algn="just">
              <a:buClr>
                <a:srgbClr val="354D5A"/>
              </a:buClr>
              <a:buFont typeface="Wingdings 3" panose="05040102010807070707" pitchFamily="18" charset="2"/>
              <a:buChar char=""/>
            </a:pPr>
            <a:r>
              <a:rPr lang="es-ES" sz="1400" kern="0" dirty="0" err="1"/>
              <a:t>Praesent</a:t>
            </a:r>
            <a:r>
              <a:rPr lang="es-ES" sz="1400" kern="0" dirty="0"/>
              <a:t> </a:t>
            </a:r>
            <a:r>
              <a:rPr lang="es-ES" sz="1400" kern="0" dirty="0" err="1"/>
              <a:t>posuere</a:t>
            </a:r>
            <a:r>
              <a:rPr lang="es-ES" sz="1400" kern="0" dirty="0"/>
              <a:t> </a:t>
            </a:r>
            <a:r>
              <a:rPr lang="es-ES" sz="1400" kern="0" dirty="0" err="1"/>
              <a:t>vestibulum</a:t>
            </a:r>
            <a:r>
              <a:rPr lang="es-ES" sz="1400" kern="0" dirty="0"/>
              <a:t> </a:t>
            </a:r>
            <a:r>
              <a:rPr lang="es-ES" sz="1400" kern="0" dirty="0" err="1"/>
              <a:t>maximus</a:t>
            </a:r>
            <a:r>
              <a:rPr lang="es-ES" sz="1400" kern="0" dirty="0"/>
              <a:t>. </a:t>
            </a:r>
            <a:r>
              <a:rPr lang="es-ES" sz="1400" kern="0" dirty="0" err="1"/>
              <a:t>Proin</a:t>
            </a:r>
            <a:r>
              <a:rPr lang="es-ES" sz="1400" kern="0" dirty="0"/>
              <a:t> </a:t>
            </a:r>
            <a:r>
              <a:rPr lang="es-ES" sz="1400" kern="0" dirty="0" err="1"/>
              <a:t>faucibus</a:t>
            </a:r>
            <a:endParaRPr lang="es-ES" sz="1400" kern="0" dirty="0"/>
          </a:p>
          <a:p>
            <a:pPr algn="just">
              <a:buClr>
                <a:srgbClr val="354D5A"/>
              </a:buClr>
              <a:buFont typeface="Wingdings 3" panose="05040102010807070707" pitchFamily="18" charset="2"/>
              <a:buChar char=""/>
            </a:pPr>
            <a:r>
              <a:rPr lang="fr-FR" sz="1400" kern="0" dirty="0" err="1"/>
              <a:t>venenatis</a:t>
            </a:r>
            <a:r>
              <a:rPr lang="fr-FR" sz="1400" kern="0" dirty="0"/>
              <a:t> </a:t>
            </a:r>
            <a:r>
              <a:rPr lang="fr-FR" sz="1400" kern="0" dirty="0" err="1"/>
              <a:t>congue</a:t>
            </a:r>
            <a:r>
              <a:rPr lang="fr-FR" sz="1400" kern="0" dirty="0"/>
              <a:t> </a:t>
            </a:r>
            <a:r>
              <a:rPr lang="fr-FR" sz="1400" kern="0" dirty="0" err="1"/>
              <a:t>nisl</a:t>
            </a:r>
            <a:r>
              <a:rPr lang="fr-FR" sz="1400" kern="0" dirty="0"/>
              <a:t>, in </a:t>
            </a:r>
            <a:r>
              <a:rPr lang="fr-FR" sz="1400" kern="0" dirty="0" err="1"/>
              <a:t>facilisis</a:t>
            </a:r>
            <a:r>
              <a:rPr lang="fr-FR" sz="1400" kern="0" dirty="0"/>
              <a:t> </a:t>
            </a:r>
            <a:r>
              <a:rPr lang="fr-FR" sz="1400" kern="0" dirty="0" err="1"/>
              <a:t>dui</a:t>
            </a:r>
            <a:r>
              <a:rPr lang="fr-FR" sz="1400" kern="0" dirty="0"/>
              <a:t> cursus id. </a:t>
            </a:r>
            <a:r>
              <a:rPr lang="fr-FR" sz="1400" kern="0" dirty="0" err="1"/>
              <a:t>Phasellus</a:t>
            </a:r>
            <a:r>
              <a:rPr lang="fr-FR" sz="1400" kern="0" dirty="0"/>
              <a:t> </a:t>
            </a:r>
            <a:r>
              <a:rPr lang="fr-FR" sz="1400" kern="0" dirty="0" err="1"/>
              <a:t>iac</a:t>
            </a:r>
            <a:endParaRPr lang="fr-FR" sz="1400" kern="0" dirty="0"/>
          </a:p>
          <a:p>
            <a:pPr algn="just">
              <a:buClr>
                <a:srgbClr val="354D5A"/>
              </a:buClr>
              <a:buFont typeface="Wingdings 3" panose="05040102010807070707" pitchFamily="18" charset="2"/>
              <a:buChar char=""/>
            </a:pPr>
            <a:r>
              <a:rPr lang="fr-FR" sz="1400" kern="0" dirty="0" err="1"/>
              <a:t>Fdui</a:t>
            </a:r>
            <a:r>
              <a:rPr lang="fr-FR" sz="1400" kern="0" dirty="0"/>
              <a:t> cursus id. </a:t>
            </a:r>
            <a:r>
              <a:rPr lang="fr-FR" sz="1400" kern="0" dirty="0" err="1"/>
              <a:t>Phasellus</a:t>
            </a:r>
            <a:r>
              <a:rPr lang="fr-FR" sz="1400" kern="0" dirty="0"/>
              <a:t> </a:t>
            </a:r>
            <a:r>
              <a:rPr lang="fr-FR" sz="1400" kern="0" dirty="0" err="1"/>
              <a:t>iac</a:t>
            </a:r>
            <a:endParaRPr lang="fr-FR" sz="1400" kern="0" dirty="0"/>
          </a:p>
          <a:p>
            <a:pPr algn="just">
              <a:buClr>
                <a:srgbClr val="354D5A"/>
              </a:buClr>
              <a:buFont typeface="Wingdings 3" panose="05040102010807070707" pitchFamily="18" charset="2"/>
              <a:buChar char=""/>
            </a:pPr>
            <a:r>
              <a:rPr lang="fr-FR" sz="1400" kern="0" dirty="0"/>
              <a:t>N, in </a:t>
            </a:r>
            <a:r>
              <a:rPr lang="fr-FR" sz="1400" kern="0" dirty="0" err="1"/>
              <a:t>facilisis</a:t>
            </a:r>
            <a:r>
              <a:rPr lang="fr-FR" sz="1400" kern="0" dirty="0"/>
              <a:t> </a:t>
            </a:r>
            <a:r>
              <a:rPr lang="fr-FR" sz="1400" kern="0" dirty="0" err="1"/>
              <a:t>dui</a:t>
            </a:r>
            <a:r>
              <a:rPr lang="fr-FR" sz="1400" kern="0" dirty="0"/>
              <a:t> cursus id. </a:t>
            </a:r>
            <a:r>
              <a:rPr lang="fr-FR" sz="1400" kern="0" dirty="0" err="1"/>
              <a:t>Phasellus</a:t>
            </a:r>
            <a:r>
              <a:rPr lang="fr-FR" sz="1400" kern="0" dirty="0"/>
              <a:t> </a:t>
            </a:r>
            <a:r>
              <a:rPr lang="fr-FR" sz="1400" kern="0" dirty="0" err="1"/>
              <a:t>iac</a:t>
            </a:r>
            <a:endParaRPr lang="es-CL" sz="1400" kern="0" dirty="0"/>
          </a:p>
          <a:p>
            <a:pPr marL="0" indent="0" algn="just">
              <a:buClr>
                <a:srgbClr val="D10505"/>
              </a:buClr>
              <a:buFont typeface="Wingdings" pitchFamily="2" charset="2"/>
              <a:buNone/>
            </a:pPr>
            <a:endParaRPr lang="es-CL" sz="1400" kern="0" dirty="0"/>
          </a:p>
          <a:p>
            <a:pPr>
              <a:buClr>
                <a:srgbClr val="D10505"/>
              </a:buClr>
              <a:buFont typeface="Wingdings 3" panose="05040102010807070707" pitchFamily="18" charset="2"/>
              <a:buChar char=""/>
            </a:pPr>
            <a:endParaRPr lang="es-CL" sz="1400" kern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2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261405"/>
              </p:ext>
            </p:extLst>
          </p:nvPr>
        </p:nvGraphicFramePr>
        <p:xfrm>
          <a:off x="395536" y="2132856"/>
          <a:ext cx="8352928" cy="374441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739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3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237">
                <a:tc>
                  <a:txBody>
                    <a:bodyPr/>
                    <a:lstStyle/>
                    <a:p>
                      <a:pPr algn="ctr"/>
                      <a:r>
                        <a:rPr lang="es-CL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ITEM 1</a:t>
                      </a:r>
                      <a:endParaRPr lang="es-CL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ITEM 2</a:t>
                      </a:r>
                      <a:endParaRPr lang="es-CL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237">
                <a:tc>
                  <a:txBody>
                    <a:bodyPr/>
                    <a:lstStyle/>
                    <a:p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Samet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consectetu</a:t>
                      </a:r>
                      <a:endParaRPr lang="es-CL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Mdolor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sit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amet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consectetu</a:t>
                      </a:r>
                      <a:endParaRPr lang="es-CL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237">
                <a:tc>
                  <a:txBody>
                    <a:bodyPr/>
                    <a:lstStyle/>
                    <a:p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Mdolor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sit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amet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consectetu</a:t>
                      </a:r>
                      <a:endParaRPr lang="es-CL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237">
                <a:tc>
                  <a:txBody>
                    <a:bodyPr/>
                    <a:lstStyle/>
                    <a:p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Mdolor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sit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amet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consectetu</a:t>
                      </a:r>
                      <a:endParaRPr lang="es-CL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614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Dolor sit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amet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consectetum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dolor sit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amet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consectetum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dolor sit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amet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consectetu</a:t>
                      </a:r>
                      <a:endParaRPr lang="es-CL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237">
                <a:tc>
                  <a:txBody>
                    <a:bodyPr/>
                    <a:lstStyle/>
                    <a:p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Samnet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consectetu</a:t>
                      </a:r>
                      <a:endParaRPr lang="es-CL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Bitasse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platea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dictumst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Donec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sed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arcu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consequat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fringilla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magna at,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mattis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tellus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Nam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sapien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urna,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congue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ut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vulputate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eu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luctus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sit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amet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dui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Duis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quis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feugiat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libero. In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suscipit</a:t>
                      </a:r>
                      <a:endParaRPr lang="es-CL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237">
                <a:tc>
                  <a:txBody>
                    <a:bodyPr/>
                    <a:lstStyle/>
                    <a:p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Mdolor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sit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amet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consectetu</a:t>
                      </a:r>
                      <a:endParaRPr lang="es-CL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5381">
                <a:tc>
                  <a:txBody>
                    <a:bodyPr/>
                    <a:lstStyle/>
                    <a:p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Mdolor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sit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amet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consectetu</a:t>
                      </a:r>
                      <a:endParaRPr lang="es-CL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upo 3"/>
          <p:cNvGrpSpPr/>
          <p:nvPr/>
        </p:nvGrpSpPr>
        <p:grpSpPr>
          <a:xfrm>
            <a:off x="490862" y="2852936"/>
            <a:ext cx="8139661" cy="1776633"/>
            <a:chOff x="1508387" y="1704327"/>
            <a:chExt cx="11757670" cy="2566331"/>
          </a:xfrm>
        </p:grpSpPr>
        <p:sp>
          <p:nvSpPr>
            <p:cNvPr id="45" name="CuadroTexto 5"/>
            <p:cNvSpPr txBox="1"/>
            <p:nvPr/>
          </p:nvSpPr>
          <p:spPr>
            <a:xfrm>
              <a:off x="1508387" y="1960168"/>
              <a:ext cx="1762343" cy="14671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rci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varius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natoque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penatibus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et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magnis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dis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parturient</a:t>
              </a:r>
              <a:endParaRPr lang="es-CL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CuadroTexto 6"/>
            <p:cNvSpPr txBox="1"/>
            <p:nvPr/>
          </p:nvSpPr>
          <p:spPr>
            <a:xfrm>
              <a:off x="3713821" y="2285635"/>
              <a:ext cx="1459108" cy="933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>
                <a:defRPr sz="1400">
                  <a:latin typeface="Montserrat" panose="00000500000000000000" pitchFamily="2" charset="0"/>
                </a:defRPr>
              </a:lvl1pPr>
            </a:lstStyle>
            <a:p>
              <a:pPr algn="ctr"/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rci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varius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natoque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penatibus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et</a:t>
              </a:r>
              <a:endParaRPr lang="es-CL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CuadroTexto 7"/>
            <p:cNvSpPr txBox="1"/>
            <p:nvPr/>
          </p:nvSpPr>
          <p:spPr>
            <a:xfrm>
              <a:off x="5926349" y="2285635"/>
              <a:ext cx="1354580" cy="666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CL"/>
              </a:defPPr>
              <a:lvl1pPr>
                <a:defRPr sz="1400">
                  <a:latin typeface="Montserrat" panose="00000500000000000000" pitchFamily="2" charset="0"/>
                </a:defRPr>
              </a:lvl1pPr>
            </a:lstStyle>
            <a:p>
              <a:pPr algn="ctr"/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rci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varius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natoque</a:t>
              </a:r>
              <a:endParaRPr lang="es-CL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CuadroTexto 8"/>
            <p:cNvSpPr txBox="1"/>
            <p:nvPr/>
          </p:nvSpPr>
          <p:spPr>
            <a:xfrm>
              <a:off x="8004055" y="2332685"/>
              <a:ext cx="1354580" cy="666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rci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varius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natoque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t</a:t>
              </a:r>
              <a:endParaRPr lang="es-CL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CuadroTexto 9"/>
            <p:cNvSpPr txBox="1"/>
            <p:nvPr/>
          </p:nvSpPr>
          <p:spPr>
            <a:xfrm>
              <a:off x="9976333" y="2016372"/>
              <a:ext cx="3030128" cy="1200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rci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varius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natoque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penatibus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et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magnis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dis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parturient</a:t>
              </a:r>
              <a:endParaRPr lang="fr-FR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rci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varius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natoque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penatibus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et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magnis</a:t>
              </a:r>
              <a:r>
                <a:rPr lang="fr-FR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dis </a:t>
              </a:r>
              <a:r>
                <a:rPr lang="fr-FR" sz="1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parturient</a:t>
              </a:r>
              <a:endParaRPr lang="es-CL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1" name="Grupo 13"/>
            <p:cNvGrpSpPr/>
            <p:nvPr/>
          </p:nvGrpSpPr>
          <p:grpSpPr>
            <a:xfrm>
              <a:off x="1540336" y="1704327"/>
              <a:ext cx="11725721" cy="2566331"/>
              <a:chOff x="1505167" y="1695534"/>
              <a:chExt cx="11725721" cy="2566331"/>
            </a:xfrm>
          </p:grpSpPr>
          <p:sp>
            <p:nvSpPr>
              <p:cNvPr id="57" name="Redondear rectángulo de esquina del mismo lado 14"/>
              <p:cNvSpPr/>
              <p:nvPr/>
            </p:nvSpPr>
            <p:spPr>
              <a:xfrm>
                <a:off x="1505167" y="1695534"/>
                <a:ext cx="1730394" cy="1870388"/>
              </a:xfrm>
              <a:prstGeom prst="round2SameRect">
                <a:avLst>
                  <a:gd name="adj1" fmla="val 8000"/>
                  <a:gd name="adj2" fmla="val 0"/>
                </a:avLst>
              </a:prstGeom>
              <a:noFill/>
              <a:ln w="12700">
                <a:solidFill>
                  <a:srgbClr val="374D59"/>
                </a:solidFill>
              </a:ln>
              <a:effectLst/>
            </p:spPr>
            <p:style>
              <a:lnRef idx="1">
                <a:scrgbClr r="0" g="0" b="0"/>
              </a:lnRef>
              <a:fillRef idx="1">
                <a:scrgbClr r="0" g="0" b="0"/>
              </a:fillRef>
              <a:effectRef idx="2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58" name="Forma libre 15"/>
              <p:cNvSpPr/>
              <p:nvPr/>
            </p:nvSpPr>
            <p:spPr>
              <a:xfrm>
                <a:off x="1505167" y="3517874"/>
                <a:ext cx="1730394" cy="555432"/>
              </a:xfrm>
              <a:custGeom>
                <a:avLst/>
                <a:gdLst>
                  <a:gd name="connsiteX0" fmla="*/ 0 w 1730394"/>
                  <a:gd name="connsiteY0" fmla="*/ 0 h 555432"/>
                  <a:gd name="connsiteX1" fmla="*/ 1730394 w 1730394"/>
                  <a:gd name="connsiteY1" fmla="*/ 0 h 555432"/>
                  <a:gd name="connsiteX2" fmla="*/ 1730394 w 1730394"/>
                  <a:gd name="connsiteY2" fmla="*/ 555432 h 555432"/>
                  <a:gd name="connsiteX3" fmla="*/ 0 w 1730394"/>
                  <a:gd name="connsiteY3" fmla="*/ 555432 h 555432"/>
                  <a:gd name="connsiteX4" fmla="*/ 0 w 1730394"/>
                  <a:gd name="connsiteY4" fmla="*/ 0 h 555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30394" h="555432">
                    <a:moveTo>
                      <a:pt x="0" y="0"/>
                    </a:moveTo>
                    <a:lnTo>
                      <a:pt x="1730394" y="0"/>
                    </a:lnTo>
                    <a:lnTo>
                      <a:pt x="1730394" y="555432"/>
                    </a:lnTo>
                    <a:lnTo>
                      <a:pt x="0" y="555432"/>
                    </a:lnTo>
                    <a:lnTo>
                      <a:pt x="0" y="0"/>
                    </a:lnTo>
                    <a:close/>
                  </a:path>
                </a:pathLst>
              </a:cu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spcFirstLastPara="0" vert="horz" wrap="square" lIns="60960" tIns="0" rIns="532127" bIns="0" numCol="1" spcCol="1270" anchor="ctr" anchorCtr="0">
                <a:noAutofit/>
              </a:bodyPr>
              <a:lstStyle/>
              <a:p>
                <a:pPr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s-CL" sz="1600" kern="1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Elipse 16"/>
              <p:cNvSpPr/>
              <p:nvPr/>
            </p:nvSpPr>
            <p:spPr>
              <a:xfrm>
                <a:off x="2787326" y="3656227"/>
                <a:ext cx="605638" cy="605638"/>
              </a:xfrm>
              <a:prstGeom prst="ellipse">
                <a:avLst/>
              </a:prstGeom>
              <a:solidFill>
                <a:srgbClr val="FFC000">
                  <a:alpha val="89804"/>
                </a:srgbClr>
              </a:solidFill>
              <a:scene3d>
                <a:camera prst="orthographicFront"/>
                <a:lightRig rig="flat" dir="t"/>
              </a:scene3d>
              <a:sp3d z="190500" extrusionH="12700" prstMaterial="plastic">
                <a:bevelT w="50800" h="50800"/>
              </a:sp3d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60" name="Redondear rectángulo de esquina del mismo lado 17"/>
              <p:cNvSpPr/>
              <p:nvPr/>
            </p:nvSpPr>
            <p:spPr>
              <a:xfrm>
                <a:off x="3543008" y="1695534"/>
                <a:ext cx="1730394" cy="1872467"/>
              </a:xfrm>
              <a:prstGeom prst="round2SameRect">
                <a:avLst>
                  <a:gd name="adj1" fmla="val 8000"/>
                  <a:gd name="adj2" fmla="val 0"/>
                </a:avLst>
              </a:prstGeom>
              <a:noFill/>
              <a:ln w="12700">
                <a:solidFill>
                  <a:srgbClr val="374D59"/>
                </a:solidFill>
              </a:ln>
              <a:effectLst/>
            </p:spPr>
            <p:style>
              <a:lnRef idx="1">
                <a:scrgbClr r="0" g="0" b="0"/>
              </a:lnRef>
              <a:fillRef idx="1">
                <a:scrgbClr r="0" g="0" b="0"/>
              </a:fillRef>
              <a:effectRef idx="2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61" name="Forma libre 18"/>
              <p:cNvSpPr/>
              <p:nvPr/>
            </p:nvSpPr>
            <p:spPr>
              <a:xfrm>
                <a:off x="3533888" y="3517874"/>
                <a:ext cx="1730394" cy="555432"/>
              </a:xfrm>
              <a:custGeom>
                <a:avLst/>
                <a:gdLst>
                  <a:gd name="connsiteX0" fmla="*/ 0 w 1730394"/>
                  <a:gd name="connsiteY0" fmla="*/ 0 h 555432"/>
                  <a:gd name="connsiteX1" fmla="*/ 1730394 w 1730394"/>
                  <a:gd name="connsiteY1" fmla="*/ 0 h 555432"/>
                  <a:gd name="connsiteX2" fmla="*/ 1730394 w 1730394"/>
                  <a:gd name="connsiteY2" fmla="*/ 555432 h 555432"/>
                  <a:gd name="connsiteX3" fmla="*/ 0 w 1730394"/>
                  <a:gd name="connsiteY3" fmla="*/ 555432 h 555432"/>
                  <a:gd name="connsiteX4" fmla="*/ 0 w 1730394"/>
                  <a:gd name="connsiteY4" fmla="*/ 0 h 555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30394" h="555432">
                    <a:moveTo>
                      <a:pt x="0" y="0"/>
                    </a:moveTo>
                    <a:lnTo>
                      <a:pt x="1730394" y="0"/>
                    </a:lnTo>
                    <a:lnTo>
                      <a:pt x="1730394" y="555432"/>
                    </a:lnTo>
                    <a:lnTo>
                      <a:pt x="0" y="555432"/>
                    </a:lnTo>
                    <a:lnTo>
                      <a:pt x="0" y="0"/>
                    </a:lnTo>
                    <a:close/>
                  </a:path>
                </a:pathLst>
              </a:cu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spcFirstLastPara="0" vert="horz" wrap="square" lIns="60960" tIns="0" rIns="532127" bIns="0" numCol="1" spcCol="1270" anchor="ctr" anchorCtr="0">
                <a:noAutofit/>
              </a:bodyPr>
              <a:lstStyle/>
              <a:p>
                <a:pPr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s-CL" sz="1600" kern="1200" dirty="0"/>
              </a:p>
            </p:txBody>
          </p:sp>
          <p:sp>
            <p:nvSpPr>
              <p:cNvPr id="62" name="Elipse 19"/>
              <p:cNvSpPr/>
              <p:nvPr/>
            </p:nvSpPr>
            <p:spPr>
              <a:xfrm>
                <a:off x="4810545" y="3656227"/>
                <a:ext cx="605638" cy="605638"/>
              </a:xfrm>
              <a:prstGeom prst="ellipse">
                <a:avLst/>
              </a:prstGeom>
              <a:solidFill>
                <a:srgbClr val="FFC000">
                  <a:alpha val="90000"/>
                </a:srgbClr>
              </a:solidFill>
              <a:scene3d>
                <a:camera prst="orthographicFront"/>
                <a:lightRig rig="flat" dir="t"/>
              </a:scene3d>
              <a:sp3d z="190500" extrusionH="12700" prstMaterial="plastic">
                <a:bevelT w="50800" h="50800"/>
              </a:sp3d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63" name="Redondear rectángulo de esquina del mismo lado 20"/>
              <p:cNvSpPr/>
              <p:nvPr/>
            </p:nvSpPr>
            <p:spPr>
              <a:xfrm>
                <a:off x="5703274" y="1695534"/>
                <a:ext cx="1730394" cy="1870388"/>
              </a:xfrm>
              <a:prstGeom prst="round2SameRect">
                <a:avLst>
                  <a:gd name="adj1" fmla="val 8000"/>
                  <a:gd name="adj2" fmla="val 0"/>
                </a:avLst>
              </a:prstGeom>
              <a:noFill/>
              <a:ln w="12700">
                <a:solidFill>
                  <a:srgbClr val="374D59"/>
                </a:solidFill>
              </a:ln>
              <a:effectLst/>
            </p:spPr>
            <p:style>
              <a:lnRef idx="1">
                <a:scrgbClr r="0" g="0" b="0"/>
              </a:lnRef>
              <a:fillRef idx="1">
                <a:scrgbClr r="0" g="0" b="0"/>
              </a:fillRef>
              <a:effectRef idx="2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64" name="Forma libre 21"/>
              <p:cNvSpPr/>
              <p:nvPr/>
            </p:nvSpPr>
            <p:spPr>
              <a:xfrm>
                <a:off x="5703274" y="3526377"/>
                <a:ext cx="1730394" cy="555432"/>
              </a:xfrm>
              <a:custGeom>
                <a:avLst/>
                <a:gdLst>
                  <a:gd name="connsiteX0" fmla="*/ 0 w 1730394"/>
                  <a:gd name="connsiteY0" fmla="*/ 0 h 555432"/>
                  <a:gd name="connsiteX1" fmla="*/ 1730394 w 1730394"/>
                  <a:gd name="connsiteY1" fmla="*/ 0 h 555432"/>
                  <a:gd name="connsiteX2" fmla="*/ 1730394 w 1730394"/>
                  <a:gd name="connsiteY2" fmla="*/ 555432 h 555432"/>
                  <a:gd name="connsiteX3" fmla="*/ 0 w 1730394"/>
                  <a:gd name="connsiteY3" fmla="*/ 555432 h 555432"/>
                  <a:gd name="connsiteX4" fmla="*/ 0 w 1730394"/>
                  <a:gd name="connsiteY4" fmla="*/ 0 h 555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30394" h="555432">
                    <a:moveTo>
                      <a:pt x="0" y="0"/>
                    </a:moveTo>
                    <a:lnTo>
                      <a:pt x="1730394" y="0"/>
                    </a:lnTo>
                    <a:lnTo>
                      <a:pt x="1730394" y="555432"/>
                    </a:lnTo>
                    <a:lnTo>
                      <a:pt x="0" y="555432"/>
                    </a:lnTo>
                    <a:lnTo>
                      <a:pt x="0" y="0"/>
                    </a:lnTo>
                    <a:close/>
                  </a:path>
                </a:pathLst>
              </a:cu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spcFirstLastPara="0" vert="horz" wrap="square" lIns="60960" tIns="0" rIns="532127" bIns="0" numCol="1" spcCol="1270" anchor="ctr" anchorCtr="0">
                <a:noAutofit/>
              </a:bodyPr>
              <a:lstStyle/>
              <a:p>
                <a:pPr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s-CL" sz="1600" kern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</a:p>
            </p:txBody>
          </p:sp>
          <p:sp>
            <p:nvSpPr>
              <p:cNvPr id="65" name="Elipse 22"/>
              <p:cNvSpPr/>
              <p:nvPr/>
            </p:nvSpPr>
            <p:spPr>
              <a:xfrm>
                <a:off x="6980675" y="3648528"/>
                <a:ext cx="605638" cy="605638"/>
              </a:xfrm>
              <a:prstGeom prst="ellipse">
                <a:avLst/>
              </a:prstGeom>
              <a:solidFill>
                <a:srgbClr val="FFC000">
                  <a:alpha val="90000"/>
                </a:srgbClr>
              </a:solidFill>
              <a:scene3d>
                <a:camera prst="orthographicFront"/>
                <a:lightRig rig="flat" dir="t"/>
              </a:scene3d>
              <a:sp3d z="190500" extrusionH="12700" prstMaterial="plastic">
                <a:bevelT w="50800" h="50800"/>
              </a:sp3d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66" name="Redondear rectángulo de esquina del mismo lado 23"/>
              <p:cNvSpPr/>
              <p:nvPr/>
            </p:nvSpPr>
            <p:spPr>
              <a:xfrm>
                <a:off x="7807578" y="1695534"/>
                <a:ext cx="1730394" cy="1870388"/>
              </a:xfrm>
              <a:prstGeom prst="round2SameRect">
                <a:avLst>
                  <a:gd name="adj1" fmla="val 8000"/>
                  <a:gd name="adj2" fmla="val 0"/>
                </a:avLst>
              </a:prstGeom>
              <a:noFill/>
              <a:ln w="12700">
                <a:solidFill>
                  <a:srgbClr val="374D59"/>
                </a:solidFill>
              </a:ln>
              <a:effectLst/>
            </p:spPr>
            <p:style>
              <a:lnRef idx="1">
                <a:scrgbClr r="0" g="0" b="0"/>
              </a:lnRef>
              <a:fillRef idx="1">
                <a:scrgbClr r="0" g="0" b="0"/>
              </a:fillRef>
              <a:effectRef idx="2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67" name="Forma libre 24"/>
              <p:cNvSpPr/>
              <p:nvPr/>
            </p:nvSpPr>
            <p:spPr>
              <a:xfrm>
                <a:off x="7807579" y="3545818"/>
                <a:ext cx="1730394" cy="555432"/>
              </a:xfrm>
              <a:custGeom>
                <a:avLst/>
                <a:gdLst>
                  <a:gd name="connsiteX0" fmla="*/ 0 w 1730394"/>
                  <a:gd name="connsiteY0" fmla="*/ 0 h 555432"/>
                  <a:gd name="connsiteX1" fmla="*/ 1730394 w 1730394"/>
                  <a:gd name="connsiteY1" fmla="*/ 0 h 555432"/>
                  <a:gd name="connsiteX2" fmla="*/ 1730394 w 1730394"/>
                  <a:gd name="connsiteY2" fmla="*/ 555432 h 555432"/>
                  <a:gd name="connsiteX3" fmla="*/ 0 w 1730394"/>
                  <a:gd name="connsiteY3" fmla="*/ 555432 h 555432"/>
                  <a:gd name="connsiteX4" fmla="*/ 0 w 1730394"/>
                  <a:gd name="connsiteY4" fmla="*/ 0 h 555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30394" h="555432">
                    <a:moveTo>
                      <a:pt x="0" y="0"/>
                    </a:moveTo>
                    <a:lnTo>
                      <a:pt x="1730394" y="0"/>
                    </a:lnTo>
                    <a:lnTo>
                      <a:pt x="1730394" y="555432"/>
                    </a:lnTo>
                    <a:lnTo>
                      <a:pt x="0" y="555432"/>
                    </a:lnTo>
                    <a:lnTo>
                      <a:pt x="0" y="0"/>
                    </a:lnTo>
                    <a:close/>
                  </a:path>
                </a:pathLst>
              </a:cu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spcFirstLastPara="0" vert="horz" wrap="square" lIns="60960" tIns="0" rIns="532127" bIns="0" numCol="1" spcCol="1270" anchor="ctr" anchorCtr="0">
                <a:noAutofit/>
              </a:bodyPr>
              <a:lstStyle/>
              <a:p>
                <a:pPr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s-CL" sz="1600" kern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</a:t>
                </a:r>
              </a:p>
            </p:txBody>
          </p:sp>
          <p:sp>
            <p:nvSpPr>
              <p:cNvPr id="68" name="Elipse 25"/>
              <p:cNvSpPr/>
              <p:nvPr/>
            </p:nvSpPr>
            <p:spPr>
              <a:xfrm>
                <a:off x="9153601" y="3638465"/>
                <a:ext cx="605638" cy="605638"/>
              </a:xfrm>
              <a:prstGeom prst="ellipse">
                <a:avLst/>
              </a:prstGeom>
              <a:solidFill>
                <a:srgbClr val="FFC000">
                  <a:alpha val="90000"/>
                </a:srgbClr>
              </a:solidFill>
              <a:scene3d>
                <a:camera prst="orthographicFront"/>
                <a:lightRig rig="flat" dir="t"/>
              </a:scene3d>
              <a:sp3d z="190500" extrusionH="12700" prstMaterial="plastic">
                <a:bevelT w="50800" h="50800"/>
              </a:sp3d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69" name="Redondear rectángulo de esquina del mismo lado 26"/>
              <p:cNvSpPr/>
              <p:nvPr/>
            </p:nvSpPr>
            <p:spPr>
              <a:xfrm>
                <a:off x="9916472" y="1695534"/>
                <a:ext cx="3054821" cy="1850284"/>
              </a:xfrm>
              <a:prstGeom prst="round2SameRect">
                <a:avLst>
                  <a:gd name="adj1" fmla="val 8000"/>
                  <a:gd name="adj2" fmla="val 0"/>
                </a:avLst>
              </a:prstGeom>
              <a:noFill/>
              <a:ln w="12700">
                <a:solidFill>
                  <a:srgbClr val="374D59"/>
                </a:solidFill>
              </a:ln>
              <a:effectLst/>
            </p:spPr>
            <p:style>
              <a:lnRef idx="1">
                <a:scrgbClr r="0" g="0" b="0"/>
              </a:lnRef>
              <a:fillRef idx="1">
                <a:scrgbClr r="0" g="0" b="0"/>
              </a:fillRef>
              <a:effectRef idx="2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70" name="Forma libre 27"/>
              <p:cNvSpPr/>
              <p:nvPr/>
            </p:nvSpPr>
            <p:spPr>
              <a:xfrm>
                <a:off x="9916472" y="3500137"/>
                <a:ext cx="3064061" cy="555432"/>
              </a:xfrm>
              <a:custGeom>
                <a:avLst/>
                <a:gdLst>
                  <a:gd name="connsiteX0" fmla="*/ 0 w 3064061"/>
                  <a:gd name="connsiteY0" fmla="*/ 0 h 555432"/>
                  <a:gd name="connsiteX1" fmla="*/ 3064061 w 3064061"/>
                  <a:gd name="connsiteY1" fmla="*/ 0 h 555432"/>
                  <a:gd name="connsiteX2" fmla="*/ 3064061 w 3064061"/>
                  <a:gd name="connsiteY2" fmla="*/ 555432 h 555432"/>
                  <a:gd name="connsiteX3" fmla="*/ 0 w 3064061"/>
                  <a:gd name="connsiteY3" fmla="*/ 555432 h 555432"/>
                  <a:gd name="connsiteX4" fmla="*/ 0 w 3064061"/>
                  <a:gd name="connsiteY4" fmla="*/ 0 h 555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4061" h="555432">
                    <a:moveTo>
                      <a:pt x="0" y="0"/>
                    </a:moveTo>
                    <a:lnTo>
                      <a:pt x="3064061" y="0"/>
                    </a:lnTo>
                    <a:lnTo>
                      <a:pt x="3064061" y="555432"/>
                    </a:lnTo>
                    <a:lnTo>
                      <a:pt x="0" y="555432"/>
                    </a:lnTo>
                    <a:lnTo>
                      <a:pt x="0" y="0"/>
                    </a:lnTo>
                    <a:close/>
                  </a:path>
                </a:pathLst>
              </a:cu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spcFirstLastPara="0" vert="horz" wrap="square" lIns="60960" tIns="0" rIns="926592" bIns="0" numCol="1" spcCol="1270" anchor="ctr" anchorCtr="0">
                <a:noAutofit/>
              </a:bodyPr>
              <a:lstStyle/>
              <a:p>
                <a:pPr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s-CL" sz="1600" kern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</a:p>
            </p:txBody>
          </p:sp>
          <p:sp>
            <p:nvSpPr>
              <p:cNvPr id="71" name="Elipse 28"/>
              <p:cNvSpPr/>
              <p:nvPr/>
            </p:nvSpPr>
            <p:spPr>
              <a:xfrm>
                <a:off x="12625250" y="3620223"/>
                <a:ext cx="605638" cy="605638"/>
              </a:xfrm>
              <a:prstGeom prst="ellipse">
                <a:avLst/>
              </a:prstGeom>
              <a:solidFill>
                <a:srgbClr val="FFC000">
                  <a:alpha val="90000"/>
                </a:srgbClr>
              </a:solidFill>
              <a:scene3d>
                <a:camera prst="orthographicFront"/>
                <a:lightRig rig="flat" dir="t"/>
              </a:scene3d>
              <a:sp3d z="190500" extrusionH="12700" prstMaterial="plastic">
                <a:bevelT w="50800" h="50800"/>
              </a:sp3d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6 Grupo"/>
          <p:cNvGrpSpPr/>
          <p:nvPr/>
        </p:nvGrpSpPr>
        <p:grpSpPr>
          <a:xfrm>
            <a:off x="527486" y="2286815"/>
            <a:ext cx="8141320" cy="3522554"/>
            <a:chOff x="2562225" y="2951163"/>
            <a:chExt cx="19389725" cy="8389470"/>
          </a:xfrm>
        </p:grpSpPr>
        <p:sp>
          <p:nvSpPr>
            <p:cNvPr id="34" name="Freeform 39"/>
            <p:cNvSpPr/>
            <p:nvPr/>
          </p:nvSpPr>
          <p:spPr>
            <a:xfrm>
              <a:off x="15293975" y="3714750"/>
              <a:ext cx="6657975" cy="609600"/>
            </a:xfrm>
            <a:custGeom>
              <a:avLst/>
              <a:gdLst>
                <a:gd name="connsiteX0" fmla="*/ 0 w 3444240"/>
                <a:gd name="connsiteY0" fmla="*/ 568960 h 568960"/>
                <a:gd name="connsiteX1" fmla="*/ 690880 w 3444240"/>
                <a:gd name="connsiteY1" fmla="*/ 0 h 568960"/>
                <a:gd name="connsiteX2" fmla="*/ 3444240 w 3444240"/>
                <a:gd name="connsiteY2" fmla="*/ 0 h 56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44240" h="568960">
                  <a:moveTo>
                    <a:pt x="0" y="568960"/>
                  </a:moveTo>
                  <a:lnTo>
                    <a:pt x="690880" y="0"/>
                  </a:lnTo>
                  <a:lnTo>
                    <a:pt x="3444240" y="0"/>
                  </a:lnTo>
                </a:path>
              </a:pathLst>
            </a:custGeom>
            <a:ln w="6350" cmpd="sng">
              <a:solidFill>
                <a:schemeClr val="tx1">
                  <a:alpha val="50000"/>
                </a:schemeClr>
              </a:solidFill>
              <a:headEnd type="none"/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182843" tIns="91422" rIns="182843" bIns="91422" anchor="ctr"/>
            <a:lstStyle/>
            <a:p>
              <a:pPr algn="ctr"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5" name="Freeform 41"/>
            <p:cNvSpPr/>
            <p:nvPr/>
          </p:nvSpPr>
          <p:spPr>
            <a:xfrm flipV="1">
              <a:off x="15293975" y="9029700"/>
              <a:ext cx="6657975" cy="609600"/>
            </a:xfrm>
            <a:custGeom>
              <a:avLst/>
              <a:gdLst>
                <a:gd name="connsiteX0" fmla="*/ 0 w 3444240"/>
                <a:gd name="connsiteY0" fmla="*/ 568960 h 568960"/>
                <a:gd name="connsiteX1" fmla="*/ 690880 w 3444240"/>
                <a:gd name="connsiteY1" fmla="*/ 0 h 568960"/>
                <a:gd name="connsiteX2" fmla="*/ 3444240 w 3444240"/>
                <a:gd name="connsiteY2" fmla="*/ 0 h 56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44240" h="568960">
                  <a:moveTo>
                    <a:pt x="0" y="568960"/>
                  </a:moveTo>
                  <a:lnTo>
                    <a:pt x="690880" y="0"/>
                  </a:lnTo>
                  <a:lnTo>
                    <a:pt x="3444240" y="0"/>
                  </a:lnTo>
                </a:path>
              </a:pathLst>
            </a:custGeom>
            <a:ln w="6350" cmpd="sng">
              <a:solidFill>
                <a:schemeClr val="tx1">
                  <a:alpha val="50000"/>
                </a:schemeClr>
              </a:solidFill>
              <a:headEnd type="none"/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182843" tIns="91422" rIns="182843" bIns="91422" anchor="ctr"/>
            <a:lstStyle/>
            <a:p>
              <a:pPr algn="ctr"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36" name="Freeform 44"/>
            <p:cNvSpPr/>
            <p:nvPr/>
          </p:nvSpPr>
          <p:spPr>
            <a:xfrm flipH="1">
              <a:off x="2562225" y="3714750"/>
              <a:ext cx="6346825" cy="609600"/>
            </a:xfrm>
            <a:custGeom>
              <a:avLst/>
              <a:gdLst>
                <a:gd name="connsiteX0" fmla="*/ 0 w 3444240"/>
                <a:gd name="connsiteY0" fmla="*/ 568960 h 568960"/>
                <a:gd name="connsiteX1" fmla="*/ 690880 w 3444240"/>
                <a:gd name="connsiteY1" fmla="*/ 0 h 568960"/>
                <a:gd name="connsiteX2" fmla="*/ 3444240 w 3444240"/>
                <a:gd name="connsiteY2" fmla="*/ 0 h 56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44240" h="568960">
                  <a:moveTo>
                    <a:pt x="0" y="568960"/>
                  </a:moveTo>
                  <a:lnTo>
                    <a:pt x="690880" y="0"/>
                  </a:lnTo>
                  <a:lnTo>
                    <a:pt x="3444240" y="0"/>
                  </a:lnTo>
                </a:path>
              </a:pathLst>
            </a:custGeom>
            <a:ln w="6350" cmpd="sng">
              <a:solidFill>
                <a:schemeClr val="tx1">
                  <a:alpha val="50000"/>
                </a:schemeClr>
              </a:solidFill>
              <a:headEnd type="none"/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182843" tIns="91422" rIns="182843" bIns="91422" anchor="ctr"/>
            <a:lstStyle/>
            <a:p>
              <a:pPr algn="r"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7" name="Freeform 45"/>
            <p:cNvSpPr/>
            <p:nvPr/>
          </p:nvSpPr>
          <p:spPr>
            <a:xfrm flipH="1" flipV="1">
              <a:off x="2562225" y="9029700"/>
              <a:ext cx="6346825" cy="609600"/>
            </a:xfrm>
            <a:custGeom>
              <a:avLst/>
              <a:gdLst>
                <a:gd name="connsiteX0" fmla="*/ 0 w 3444240"/>
                <a:gd name="connsiteY0" fmla="*/ 568960 h 568960"/>
                <a:gd name="connsiteX1" fmla="*/ 690880 w 3444240"/>
                <a:gd name="connsiteY1" fmla="*/ 0 h 568960"/>
                <a:gd name="connsiteX2" fmla="*/ 3444240 w 3444240"/>
                <a:gd name="connsiteY2" fmla="*/ 0 h 56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44240" h="568960">
                  <a:moveTo>
                    <a:pt x="0" y="568960"/>
                  </a:moveTo>
                  <a:lnTo>
                    <a:pt x="690880" y="0"/>
                  </a:lnTo>
                  <a:lnTo>
                    <a:pt x="3444240" y="0"/>
                  </a:lnTo>
                </a:path>
              </a:pathLst>
            </a:custGeom>
            <a:ln w="6350" cmpd="sng">
              <a:solidFill>
                <a:schemeClr val="tx1">
                  <a:alpha val="50000"/>
                </a:schemeClr>
              </a:solidFill>
              <a:headEnd type="none"/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182843" tIns="91422" rIns="182843" bIns="91422" anchor="ctr"/>
            <a:lstStyle/>
            <a:p>
              <a:pPr algn="r"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38" name="Oval 4"/>
            <p:cNvSpPr/>
            <p:nvPr/>
          </p:nvSpPr>
          <p:spPr>
            <a:xfrm>
              <a:off x="8953500" y="3905250"/>
              <a:ext cx="6369050" cy="6372225"/>
            </a:xfrm>
            <a:prstGeom prst="ellipse">
              <a:avLst/>
            </a:prstGeom>
            <a:noFill/>
            <a:ln w="19050" cmpd="sng">
              <a:solidFill>
                <a:srgbClr val="B2B2B2">
                  <a:alpha val="67000"/>
                </a:srgbClr>
              </a:solidFill>
            </a:ln>
            <a:effectLst/>
          </p:spPr>
          <p:style>
            <a:lnRef idx="0">
              <a:scrgbClr r="0" g="0" b="0"/>
            </a:lnRef>
            <a:fillRef idx="1">
              <a:scrgbClr r="0" g="0" b="0"/>
            </a:fillRef>
            <a:effectRef idx="2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9" name="Freeform 5"/>
            <p:cNvSpPr/>
            <p:nvPr/>
          </p:nvSpPr>
          <p:spPr>
            <a:xfrm>
              <a:off x="8537575" y="3489325"/>
              <a:ext cx="3057525" cy="3059113"/>
            </a:xfrm>
            <a:custGeom>
              <a:avLst/>
              <a:gdLst>
                <a:gd name="connsiteX0" fmla="*/ 0 w 1147239"/>
                <a:gd name="connsiteY0" fmla="*/ 573620 h 1147239"/>
                <a:gd name="connsiteX1" fmla="*/ 573620 w 1147239"/>
                <a:gd name="connsiteY1" fmla="*/ 0 h 1147239"/>
                <a:gd name="connsiteX2" fmla="*/ 1147240 w 1147239"/>
                <a:gd name="connsiteY2" fmla="*/ 573620 h 1147239"/>
                <a:gd name="connsiteX3" fmla="*/ 573620 w 1147239"/>
                <a:gd name="connsiteY3" fmla="*/ 1147240 h 1147239"/>
                <a:gd name="connsiteX4" fmla="*/ 0 w 1147239"/>
                <a:gd name="connsiteY4" fmla="*/ 573620 h 1147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7239" h="1147239">
                  <a:moveTo>
                    <a:pt x="0" y="573620"/>
                  </a:moveTo>
                  <a:cubicBezTo>
                    <a:pt x="0" y="256818"/>
                    <a:pt x="256818" y="0"/>
                    <a:pt x="573620" y="0"/>
                  </a:cubicBezTo>
                  <a:cubicBezTo>
                    <a:pt x="890422" y="0"/>
                    <a:pt x="1147240" y="256818"/>
                    <a:pt x="1147240" y="573620"/>
                  </a:cubicBezTo>
                  <a:cubicBezTo>
                    <a:pt x="1147240" y="890422"/>
                    <a:pt x="890422" y="1147240"/>
                    <a:pt x="573620" y="1147240"/>
                  </a:cubicBezTo>
                  <a:cubicBezTo>
                    <a:pt x="256818" y="1147240"/>
                    <a:pt x="0" y="890422"/>
                    <a:pt x="0" y="573620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lIns="600304" tIns="600304" rIns="600304" bIns="600304" spcCol="2539" anchor="ctr"/>
            <a:lstStyle/>
            <a:p>
              <a:pPr algn="ctr" defTabSz="1777600" fontAlgn="auto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dirty="0"/>
                <a:t>S</a:t>
              </a:r>
            </a:p>
          </p:txBody>
        </p:sp>
        <p:sp>
          <p:nvSpPr>
            <p:cNvPr id="40" name="Freeform 6"/>
            <p:cNvSpPr/>
            <p:nvPr/>
          </p:nvSpPr>
          <p:spPr>
            <a:xfrm>
              <a:off x="12680950" y="3489325"/>
              <a:ext cx="3057525" cy="3059113"/>
            </a:xfrm>
            <a:custGeom>
              <a:avLst/>
              <a:gdLst>
                <a:gd name="connsiteX0" fmla="*/ 0 w 1147239"/>
                <a:gd name="connsiteY0" fmla="*/ 573620 h 1147239"/>
                <a:gd name="connsiteX1" fmla="*/ 573620 w 1147239"/>
                <a:gd name="connsiteY1" fmla="*/ 0 h 1147239"/>
                <a:gd name="connsiteX2" fmla="*/ 1147240 w 1147239"/>
                <a:gd name="connsiteY2" fmla="*/ 573620 h 1147239"/>
                <a:gd name="connsiteX3" fmla="*/ 573620 w 1147239"/>
                <a:gd name="connsiteY3" fmla="*/ 1147240 h 1147239"/>
                <a:gd name="connsiteX4" fmla="*/ 0 w 1147239"/>
                <a:gd name="connsiteY4" fmla="*/ 573620 h 1147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7239" h="1147239">
                  <a:moveTo>
                    <a:pt x="0" y="573620"/>
                  </a:moveTo>
                  <a:cubicBezTo>
                    <a:pt x="0" y="256818"/>
                    <a:pt x="256818" y="0"/>
                    <a:pt x="573620" y="0"/>
                  </a:cubicBezTo>
                  <a:cubicBezTo>
                    <a:pt x="890422" y="0"/>
                    <a:pt x="1147240" y="256818"/>
                    <a:pt x="1147240" y="573620"/>
                  </a:cubicBezTo>
                  <a:cubicBezTo>
                    <a:pt x="1147240" y="890422"/>
                    <a:pt x="890422" y="1147240"/>
                    <a:pt x="573620" y="1147240"/>
                  </a:cubicBezTo>
                  <a:cubicBezTo>
                    <a:pt x="256818" y="1147240"/>
                    <a:pt x="0" y="890422"/>
                    <a:pt x="0" y="573620"/>
                  </a:cubicBezTo>
                  <a:close/>
                </a:path>
              </a:pathLst>
            </a:custGeom>
            <a:solidFill>
              <a:schemeClr val="accent2"/>
            </a:solidFill>
            <a:effectLst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wrap="none" lIns="600304" tIns="600304" rIns="600304" bIns="600304" spcCol="2539" anchor="ctr"/>
            <a:lstStyle/>
            <a:p>
              <a:pPr algn="ctr" defTabSz="1777600" fontAlgn="auto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dirty="0"/>
                <a:t>W</a:t>
              </a:r>
            </a:p>
          </p:txBody>
        </p:sp>
        <p:sp>
          <p:nvSpPr>
            <p:cNvPr id="41" name="Freeform 7"/>
            <p:cNvSpPr/>
            <p:nvPr/>
          </p:nvSpPr>
          <p:spPr>
            <a:xfrm>
              <a:off x="8537575" y="7634288"/>
              <a:ext cx="3057525" cy="3059112"/>
            </a:xfrm>
            <a:custGeom>
              <a:avLst/>
              <a:gdLst>
                <a:gd name="connsiteX0" fmla="*/ 0 w 1147239"/>
                <a:gd name="connsiteY0" fmla="*/ 573620 h 1147239"/>
                <a:gd name="connsiteX1" fmla="*/ 573620 w 1147239"/>
                <a:gd name="connsiteY1" fmla="*/ 0 h 1147239"/>
                <a:gd name="connsiteX2" fmla="*/ 1147240 w 1147239"/>
                <a:gd name="connsiteY2" fmla="*/ 573620 h 1147239"/>
                <a:gd name="connsiteX3" fmla="*/ 573620 w 1147239"/>
                <a:gd name="connsiteY3" fmla="*/ 1147240 h 1147239"/>
                <a:gd name="connsiteX4" fmla="*/ 0 w 1147239"/>
                <a:gd name="connsiteY4" fmla="*/ 573620 h 1147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7239" h="1147239">
                  <a:moveTo>
                    <a:pt x="0" y="573620"/>
                  </a:moveTo>
                  <a:cubicBezTo>
                    <a:pt x="0" y="256818"/>
                    <a:pt x="256818" y="0"/>
                    <a:pt x="573620" y="0"/>
                  </a:cubicBezTo>
                  <a:cubicBezTo>
                    <a:pt x="890422" y="0"/>
                    <a:pt x="1147240" y="256818"/>
                    <a:pt x="1147240" y="573620"/>
                  </a:cubicBezTo>
                  <a:cubicBezTo>
                    <a:pt x="1147240" y="890422"/>
                    <a:pt x="890422" y="1147240"/>
                    <a:pt x="573620" y="1147240"/>
                  </a:cubicBezTo>
                  <a:cubicBezTo>
                    <a:pt x="256818" y="1147240"/>
                    <a:pt x="0" y="890422"/>
                    <a:pt x="0" y="573620"/>
                  </a:cubicBezTo>
                  <a:close/>
                </a:path>
              </a:pathLst>
            </a:custGeom>
            <a:solidFill>
              <a:schemeClr val="accent4"/>
            </a:solidFill>
            <a:effectLst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wrap="none" lIns="600304" tIns="600304" rIns="600304" bIns="600304" spcCol="2539" anchor="ctr"/>
            <a:lstStyle/>
            <a:p>
              <a:pPr algn="ctr" defTabSz="1777600" fontAlgn="auto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dirty="0"/>
                <a:t>O</a:t>
              </a:r>
            </a:p>
          </p:txBody>
        </p:sp>
        <p:sp>
          <p:nvSpPr>
            <p:cNvPr id="42" name="Freeform 8"/>
            <p:cNvSpPr/>
            <p:nvPr/>
          </p:nvSpPr>
          <p:spPr>
            <a:xfrm>
              <a:off x="12680950" y="7634288"/>
              <a:ext cx="3057525" cy="3059112"/>
            </a:xfrm>
            <a:custGeom>
              <a:avLst/>
              <a:gdLst>
                <a:gd name="connsiteX0" fmla="*/ 0 w 1147239"/>
                <a:gd name="connsiteY0" fmla="*/ 573620 h 1147239"/>
                <a:gd name="connsiteX1" fmla="*/ 573620 w 1147239"/>
                <a:gd name="connsiteY1" fmla="*/ 0 h 1147239"/>
                <a:gd name="connsiteX2" fmla="*/ 1147240 w 1147239"/>
                <a:gd name="connsiteY2" fmla="*/ 573620 h 1147239"/>
                <a:gd name="connsiteX3" fmla="*/ 573620 w 1147239"/>
                <a:gd name="connsiteY3" fmla="*/ 1147240 h 1147239"/>
                <a:gd name="connsiteX4" fmla="*/ 0 w 1147239"/>
                <a:gd name="connsiteY4" fmla="*/ 573620 h 1147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7239" h="1147239">
                  <a:moveTo>
                    <a:pt x="0" y="573620"/>
                  </a:moveTo>
                  <a:cubicBezTo>
                    <a:pt x="0" y="256818"/>
                    <a:pt x="256818" y="0"/>
                    <a:pt x="573620" y="0"/>
                  </a:cubicBezTo>
                  <a:cubicBezTo>
                    <a:pt x="890422" y="0"/>
                    <a:pt x="1147240" y="256818"/>
                    <a:pt x="1147240" y="573620"/>
                  </a:cubicBezTo>
                  <a:cubicBezTo>
                    <a:pt x="1147240" y="890422"/>
                    <a:pt x="890422" y="1147240"/>
                    <a:pt x="573620" y="1147240"/>
                  </a:cubicBezTo>
                  <a:cubicBezTo>
                    <a:pt x="256818" y="1147240"/>
                    <a:pt x="0" y="890422"/>
                    <a:pt x="0" y="57362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effectLst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wrap="none" lIns="600304" tIns="600304" rIns="600304" bIns="600304" spcCol="2539" anchor="ctr"/>
            <a:lstStyle/>
            <a:p>
              <a:pPr algn="ctr" defTabSz="1777600" fontAlgn="auto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dirty="0"/>
                <a:t>T</a:t>
              </a:r>
            </a:p>
          </p:txBody>
        </p:sp>
        <p:sp>
          <p:nvSpPr>
            <p:cNvPr id="43" name="TextBox 24"/>
            <p:cNvSpPr txBox="1">
              <a:spLocks noChangeArrowheads="1"/>
            </p:cNvSpPr>
            <p:nvPr/>
          </p:nvSpPr>
          <p:spPr bwMode="auto">
            <a:xfrm>
              <a:off x="16627475" y="2951163"/>
              <a:ext cx="5035550" cy="2466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43791" tIns="91422" rIns="243791" bIns="91422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2138"/>
                </a:spcBef>
              </a:pPr>
              <a:r>
                <a:rPr lang="en-US" altLang="es-E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subtitulo3</a:t>
              </a:r>
            </a:p>
            <a:p>
              <a:pPr>
                <a:lnSpc>
                  <a:spcPct val="90000"/>
                </a:lnSpc>
                <a:spcBef>
                  <a:spcPts val="2138"/>
                </a:spcBef>
              </a:pP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ut</a:t>
              </a:r>
              <a:r>
                <a:rPr lang="en-US" altLang="es-E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dictum </a:t>
              </a: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metus</a:t>
              </a:r>
              <a:r>
                <a:rPr lang="en-US" altLang="es-E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justo</a:t>
              </a:r>
              <a:r>
                <a:rPr lang="en-US" altLang="es-E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nec</a:t>
              </a:r>
              <a:r>
                <a:rPr lang="en-US" altLang="es-E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ipsu</a:t>
              </a:r>
              <a:endParaRPr lang="en-US" altLang="es-E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TextBox 42"/>
            <p:cNvSpPr txBox="1">
              <a:spLocks noChangeArrowheads="1"/>
            </p:cNvSpPr>
            <p:nvPr/>
          </p:nvSpPr>
          <p:spPr bwMode="auto">
            <a:xfrm>
              <a:off x="16627475" y="8874126"/>
              <a:ext cx="5035550" cy="2466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43791" tIns="91422" rIns="243791" bIns="91422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2138"/>
                </a:spcBef>
              </a:pPr>
              <a:r>
                <a:rPr lang="en-US" altLang="es-E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subtitulo4</a:t>
              </a:r>
            </a:p>
            <a:p>
              <a:pPr>
                <a:lnSpc>
                  <a:spcPct val="90000"/>
                </a:lnSpc>
                <a:spcBef>
                  <a:spcPts val="2138"/>
                </a:spcBef>
              </a:pP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ut</a:t>
              </a:r>
              <a:r>
                <a:rPr lang="en-US" altLang="es-E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dictum </a:t>
              </a: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metus</a:t>
              </a:r>
              <a:r>
                <a:rPr lang="en-US" altLang="es-E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justo</a:t>
              </a:r>
              <a:r>
                <a:rPr lang="en-US" altLang="es-E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nec</a:t>
              </a:r>
              <a:r>
                <a:rPr lang="en-US" altLang="es-E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ipsu</a:t>
              </a:r>
              <a:endParaRPr lang="en-US" altLang="es-E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TextBox 43"/>
            <p:cNvSpPr txBox="1">
              <a:spLocks noChangeArrowheads="1"/>
            </p:cNvSpPr>
            <p:nvPr/>
          </p:nvSpPr>
          <p:spPr bwMode="auto">
            <a:xfrm>
              <a:off x="3117851" y="2951163"/>
              <a:ext cx="4543424" cy="2466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43791" tIns="91422" rIns="243791" bIns="91422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9pPr>
            </a:lstStyle>
            <a:p>
              <a:pPr algn="r">
                <a:lnSpc>
                  <a:spcPct val="90000"/>
                </a:lnSpc>
                <a:spcBef>
                  <a:spcPts val="2138"/>
                </a:spcBef>
              </a:pPr>
              <a:r>
                <a:rPr lang="en-US" altLang="es-E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subtitulo1</a:t>
              </a:r>
            </a:p>
            <a:p>
              <a:pPr algn="r">
                <a:lnSpc>
                  <a:spcPct val="90000"/>
                </a:lnSpc>
                <a:spcBef>
                  <a:spcPts val="2138"/>
                </a:spcBef>
              </a:pP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ut</a:t>
              </a:r>
              <a:r>
                <a:rPr lang="en-US" altLang="es-E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dictum </a:t>
              </a: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metus</a:t>
              </a:r>
              <a:r>
                <a:rPr lang="en-US" altLang="es-E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justo</a:t>
              </a:r>
              <a:r>
                <a:rPr lang="en-US" altLang="es-E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nec</a:t>
              </a:r>
              <a:r>
                <a:rPr lang="en-US" altLang="es-E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s-E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ipsu</a:t>
              </a:r>
              <a:endParaRPr lang="en-US" altLang="es-E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TextBox 46"/>
            <p:cNvSpPr txBox="1">
              <a:spLocks noChangeArrowheads="1"/>
            </p:cNvSpPr>
            <p:nvPr/>
          </p:nvSpPr>
          <p:spPr bwMode="auto">
            <a:xfrm>
              <a:off x="3117851" y="8874126"/>
              <a:ext cx="4543424" cy="2268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43791" tIns="91422" rIns="243791" bIns="91422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  <a:ea typeface="MS PGothic" pitchFamily="34" charset="-128"/>
                </a:defRPr>
              </a:lvl9pPr>
            </a:lstStyle>
            <a:p>
              <a:pPr algn="r">
                <a:lnSpc>
                  <a:spcPct val="90000"/>
                </a:lnSpc>
                <a:spcBef>
                  <a:spcPts val="2138"/>
                </a:spcBef>
              </a:pPr>
              <a:r>
                <a:rPr lang="en-US" altLang="es-ES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subtitulo3</a:t>
              </a:r>
            </a:p>
            <a:p>
              <a:pPr algn="r">
                <a:lnSpc>
                  <a:spcPct val="90000"/>
                </a:lnSpc>
                <a:spcBef>
                  <a:spcPts val="2138"/>
                </a:spcBef>
              </a:pPr>
              <a:r>
                <a:rPr lang="en-US" altLang="es-ES" sz="12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ut</a:t>
              </a:r>
              <a:r>
                <a:rPr lang="en-US" altLang="es-E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 dictum </a:t>
              </a:r>
              <a:r>
                <a:rPr lang="en-US" altLang="es-ES" sz="12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metus</a:t>
              </a:r>
              <a:r>
                <a:rPr lang="en-US" altLang="es-E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s-ES" sz="12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justo</a:t>
              </a:r>
              <a:r>
                <a:rPr lang="en-US" altLang="es-E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s-ES" sz="12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nec</a:t>
              </a:r>
              <a:r>
                <a:rPr lang="en-US" altLang="es-E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s-ES" sz="12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ipsu</a:t>
              </a:r>
              <a:endParaRPr lang="en-US" altLang="es-E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7" name="Straight Connector 49"/>
            <p:cNvCxnSpPr/>
            <p:nvPr/>
          </p:nvCxnSpPr>
          <p:spPr>
            <a:xfrm>
              <a:off x="12144375" y="3941763"/>
              <a:ext cx="0" cy="6299200"/>
            </a:xfrm>
            <a:prstGeom prst="line">
              <a:avLst/>
            </a:prstGeom>
            <a:ln w="3175" cmpd="sng">
              <a:solidFill>
                <a:srgbClr val="B2B2B2">
                  <a:alpha val="67000"/>
                </a:srgb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51"/>
            <p:cNvCxnSpPr/>
            <p:nvPr/>
          </p:nvCxnSpPr>
          <p:spPr>
            <a:xfrm rot="5400000">
              <a:off x="12137232" y="3942556"/>
              <a:ext cx="0" cy="6297613"/>
            </a:xfrm>
            <a:prstGeom prst="line">
              <a:avLst/>
            </a:prstGeom>
            <a:ln w="3175" cmpd="sng">
              <a:solidFill>
                <a:srgbClr val="B2B2B2">
                  <a:alpha val="67000"/>
                </a:srgb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2"/>
          <p:cNvGrpSpPr/>
          <p:nvPr/>
        </p:nvGrpSpPr>
        <p:grpSpPr>
          <a:xfrm>
            <a:off x="433731" y="2611987"/>
            <a:ext cx="8276538" cy="2977253"/>
            <a:chOff x="1023610" y="3121223"/>
            <a:chExt cx="7063205" cy="2540790"/>
          </a:xfrm>
        </p:grpSpPr>
        <p:sp>
          <p:nvSpPr>
            <p:cNvPr id="88" name="Rectangle 226"/>
            <p:cNvSpPr/>
            <p:nvPr/>
          </p:nvSpPr>
          <p:spPr>
            <a:xfrm>
              <a:off x="1023610" y="3378787"/>
              <a:ext cx="2288819" cy="2092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dirty="0" err="1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ea typeface="Lato" charset="0"/>
                  <a:cs typeface="Calibri" panose="020F0502020204030204" pitchFamily="34" charset="0"/>
                </a:rPr>
                <a:t>ut</a:t>
              </a:r>
              <a:r>
                <a:rPr lang="en-US" sz="1050" dirty="0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ea typeface="Lato" charset="0"/>
                  <a:cs typeface="Calibri" panose="020F0502020204030204" pitchFamily="34" charset="0"/>
                </a:rPr>
                <a:t> dictum </a:t>
              </a:r>
              <a:r>
                <a:rPr lang="en-US" sz="1050" dirty="0" err="1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ea typeface="Lato" charset="0"/>
                  <a:cs typeface="Calibri" panose="020F0502020204030204" pitchFamily="34" charset="0"/>
                </a:rPr>
                <a:t>metus</a:t>
              </a:r>
              <a:r>
                <a:rPr lang="en-US" sz="1050" dirty="0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ea typeface="Lato" charset="0"/>
                  <a:cs typeface="Calibri" panose="020F0502020204030204" pitchFamily="34" charset="0"/>
                </a:rPr>
                <a:t> </a:t>
              </a:r>
              <a:r>
                <a:rPr lang="en-US" sz="1050" dirty="0" err="1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ea typeface="Lato" charset="0"/>
                  <a:cs typeface="Calibri" panose="020F0502020204030204" pitchFamily="34" charset="0"/>
                </a:rPr>
                <a:t>justo</a:t>
              </a:r>
              <a:r>
                <a:rPr lang="en-US" sz="1050" dirty="0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ea typeface="Lato" charset="0"/>
                  <a:cs typeface="Calibri" panose="020F0502020204030204" pitchFamily="34" charset="0"/>
                </a:rPr>
                <a:t> </a:t>
              </a:r>
              <a:r>
                <a:rPr lang="en-US" sz="1050" dirty="0" err="1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ea typeface="Lato" charset="0"/>
                  <a:cs typeface="Calibri" panose="020F0502020204030204" pitchFamily="34" charset="0"/>
                </a:rPr>
                <a:t>nec</a:t>
              </a:r>
              <a:r>
                <a:rPr lang="en-US" sz="1050" dirty="0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ea typeface="Lato" charset="0"/>
                  <a:cs typeface="Calibri" panose="020F0502020204030204" pitchFamily="34" charset="0"/>
                </a:rPr>
                <a:t> </a:t>
              </a:r>
              <a:r>
                <a:rPr lang="en-US" sz="1050" dirty="0" err="1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ea typeface="Lato" charset="0"/>
                  <a:cs typeface="Calibri" panose="020F0502020204030204" pitchFamily="34" charset="0"/>
                </a:rPr>
                <a:t>ipsu</a:t>
              </a:r>
              <a:endParaRPr lang="en-US" sz="1050" dirty="0">
                <a:solidFill>
                  <a:schemeClr val="tx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Lato" charset="0"/>
                <a:cs typeface="Calibri" panose="020F0502020204030204" pitchFamily="34" charset="0"/>
              </a:endParaRPr>
            </a:p>
          </p:txBody>
        </p:sp>
        <p:sp>
          <p:nvSpPr>
            <p:cNvPr id="89" name="Rectangle 227"/>
            <p:cNvSpPr/>
            <p:nvPr/>
          </p:nvSpPr>
          <p:spPr>
            <a:xfrm>
              <a:off x="1023610" y="3121223"/>
              <a:ext cx="1156416" cy="2536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354D5A"/>
                  </a:solidFill>
                  <a:latin typeface="Calibri" panose="020F0502020204030204" pitchFamily="34" charset="0"/>
                  <a:ea typeface="Lato" charset="0"/>
                  <a:cs typeface="Calibri" panose="020F0502020204030204" pitchFamily="34" charset="0"/>
                </a:rPr>
                <a:t>ITEM UNO</a:t>
              </a:r>
            </a:p>
          </p:txBody>
        </p:sp>
        <p:sp>
          <p:nvSpPr>
            <p:cNvPr id="90" name="Freeform 2356"/>
            <p:cNvSpPr>
              <a:spLocks noChangeArrowheads="1"/>
            </p:cNvSpPr>
            <p:nvPr/>
          </p:nvSpPr>
          <p:spPr bwMode="auto">
            <a:xfrm rot="5400000">
              <a:off x="4878339" y="2118796"/>
              <a:ext cx="203050" cy="2382380"/>
            </a:xfrm>
            <a:custGeom>
              <a:avLst/>
              <a:gdLst>
                <a:gd name="T0" fmla="*/ 293 w 294"/>
                <a:gd name="T1" fmla="*/ 0 h 3671"/>
                <a:gd name="T2" fmla="*/ 0 w 294"/>
                <a:gd name="T3" fmla="*/ 0 h 3671"/>
                <a:gd name="T4" fmla="*/ 0 w 294"/>
                <a:gd name="T5" fmla="*/ 3670 h 3671"/>
                <a:gd name="T6" fmla="*/ 293 w 294"/>
                <a:gd name="T7" fmla="*/ 3670 h 3671"/>
                <a:gd name="T8" fmla="*/ 293 w 294"/>
                <a:gd name="T9" fmla="*/ 0 h 3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3671">
                  <a:moveTo>
                    <a:pt x="293" y="0"/>
                  </a:moveTo>
                  <a:lnTo>
                    <a:pt x="0" y="0"/>
                  </a:lnTo>
                  <a:lnTo>
                    <a:pt x="0" y="3670"/>
                  </a:lnTo>
                  <a:lnTo>
                    <a:pt x="293" y="3670"/>
                  </a:lnTo>
                  <a:lnTo>
                    <a:pt x="293" y="0"/>
                  </a:lnTo>
                </a:path>
              </a:pathLst>
            </a:custGeom>
            <a:solidFill>
              <a:srgbClr val="354D5A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596" dirty="0">
                <a:latin typeface="Lato Regular" charset="0"/>
              </a:endParaRPr>
            </a:p>
          </p:txBody>
        </p:sp>
        <p:sp>
          <p:nvSpPr>
            <p:cNvPr id="91" name="Freeform 2356"/>
            <p:cNvSpPr>
              <a:spLocks noChangeArrowheads="1"/>
            </p:cNvSpPr>
            <p:nvPr/>
          </p:nvSpPr>
          <p:spPr bwMode="auto">
            <a:xfrm rot="5400000">
              <a:off x="5775968" y="1424218"/>
              <a:ext cx="203050" cy="4177637"/>
            </a:xfrm>
            <a:custGeom>
              <a:avLst/>
              <a:gdLst>
                <a:gd name="T0" fmla="*/ 293 w 294"/>
                <a:gd name="T1" fmla="*/ 0 h 3671"/>
                <a:gd name="T2" fmla="*/ 0 w 294"/>
                <a:gd name="T3" fmla="*/ 0 h 3671"/>
                <a:gd name="T4" fmla="*/ 0 w 294"/>
                <a:gd name="T5" fmla="*/ 3670 h 3671"/>
                <a:gd name="T6" fmla="*/ 293 w 294"/>
                <a:gd name="T7" fmla="*/ 3670 h 3671"/>
                <a:gd name="T8" fmla="*/ 293 w 294"/>
                <a:gd name="T9" fmla="*/ 0 h 3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3671">
                  <a:moveTo>
                    <a:pt x="293" y="0"/>
                  </a:moveTo>
                  <a:lnTo>
                    <a:pt x="0" y="0"/>
                  </a:lnTo>
                  <a:lnTo>
                    <a:pt x="0" y="3670"/>
                  </a:lnTo>
                  <a:lnTo>
                    <a:pt x="293" y="3670"/>
                  </a:lnTo>
                  <a:lnTo>
                    <a:pt x="293" y="0"/>
                  </a:lnTo>
                </a:path>
              </a:pathLst>
            </a:custGeom>
            <a:solidFill>
              <a:srgbClr val="FFC000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596" dirty="0">
                <a:latin typeface="Lato Regular" charset="0"/>
              </a:endParaRPr>
            </a:p>
          </p:txBody>
        </p:sp>
        <p:sp>
          <p:nvSpPr>
            <p:cNvPr id="92" name="Freeform 2356"/>
            <p:cNvSpPr>
              <a:spLocks noChangeArrowheads="1"/>
            </p:cNvSpPr>
            <p:nvPr/>
          </p:nvSpPr>
          <p:spPr bwMode="auto">
            <a:xfrm rot="5400000">
              <a:off x="4637916" y="2765318"/>
              <a:ext cx="199936" cy="1898421"/>
            </a:xfrm>
            <a:custGeom>
              <a:avLst/>
              <a:gdLst>
                <a:gd name="T0" fmla="*/ 293 w 294"/>
                <a:gd name="T1" fmla="*/ 0 h 3671"/>
                <a:gd name="T2" fmla="*/ 0 w 294"/>
                <a:gd name="T3" fmla="*/ 0 h 3671"/>
                <a:gd name="T4" fmla="*/ 0 w 294"/>
                <a:gd name="T5" fmla="*/ 3670 h 3671"/>
                <a:gd name="T6" fmla="*/ 293 w 294"/>
                <a:gd name="T7" fmla="*/ 3670 h 3671"/>
                <a:gd name="T8" fmla="*/ 293 w 294"/>
                <a:gd name="T9" fmla="*/ 0 h 3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3671">
                  <a:moveTo>
                    <a:pt x="293" y="0"/>
                  </a:moveTo>
                  <a:lnTo>
                    <a:pt x="0" y="0"/>
                  </a:lnTo>
                  <a:lnTo>
                    <a:pt x="0" y="3670"/>
                  </a:lnTo>
                  <a:lnTo>
                    <a:pt x="293" y="3670"/>
                  </a:lnTo>
                  <a:lnTo>
                    <a:pt x="293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596" dirty="0">
                <a:latin typeface="Lato Regular" charset="0"/>
              </a:endParaRPr>
            </a:p>
          </p:txBody>
        </p:sp>
        <p:sp>
          <p:nvSpPr>
            <p:cNvPr id="93" name="Freeform 2356"/>
            <p:cNvSpPr>
              <a:spLocks noChangeArrowheads="1"/>
            </p:cNvSpPr>
            <p:nvPr/>
          </p:nvSpPr>
          <p:spPr bwMode="auto">
            <a:xfrm rot="5400000">
              <a:off x="5347945" y="2569212"/>
              <a:ext cx="203050" cy="3321593"/>
            </a:xfrm>
            <a:custGeom>
              <a:avLst/>
              <a:gdLst>
                <a:gd name="T0" fmla="*/ 293 w 294"/>
                <a:gd name="T1" fmla="*/ 0 h 3671"/>
                <a:gd name="T2" fmla="*/ 0 w 294"/>
                <a:gd name="T3" fmla="*/ 0 h 3671"/>
                <a:gd name="T4" fmla="*/ 0 w 294"/>
                <a:gd name="T5" fmla="*/ 3670 h 3671"/>
                <a:gd name="T6" fmla="*/ 293 w 294"/>
                <a:gd name="T7" fmla="*/ 3670 h 3671"/>
                <a:gd name="T8" fmla="*/ 293 w 294"/>
                <a:gd name="T9" fmla="*/ 0 h 3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3671">
                  <a:moveTo>
                    <a:pt x="293" y="0"/>
                  </a:moveTo>
                  <a:lnTo>
                    <a:pt x="0" y="0"/>
                  </a:lnTo>
                  <a:lnTo>
                    <a:pt x="0" y="3670"/>
                  </a:lnTo>
                  <a:lnTo>
                    <a:pt x="293" y="3670"/>
                  </a:lnTo>
                  <a:lnTo>
                    <a:pt x="293" y="0"/>
                  </a:lnTo>
                </a:path>
              </a:pathLst>
            </a:custGeom>
            <a:solidFill>
              <a:srgbClr val="354D5A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596" dirty="0">
                <a:latin typeface="Lato Regular" charset="0"/>
              </a:endParaRPr>
            </a:p>
          </p:txBody>
        </p:sp>
        <p:sp>
          <p:nvSpPr>
            <p:cNvPr id="94" name="Freeform 2356"/>
            <p:cNvSpPr>
              <a:spLocks noChangeArrowheads="1"/>
            </p:cNvSpPr>
            <p:nvPr/>
          </p:nvSpPr>
          <p:spPr bwMode="auto">
            <a:xfrm rot="5400000">
              <a:off x="4539241" y="3580966"/>
              <a:ext cx="203050" cy="1704184"/>
            </a:xfrm>
            <a:custGeom>
              <a:avLst/>
              <a:gdLst>
                <a:gd name="T0" fmla="*/ 293 w 294"/>
                <a:gd name="T1" fmla="*/ 0 h 3671"/>
                <a:gd name="T2" fmla="*/ 0 w 294"/>
                <a:gd name="T3" fmla="*/ 0 h 3671"/>
                <a:gd name="T4" fmla="*/ 0 w 294"/>
                <a:gd name="T5" fmla="*/ 3670 h 3671"/>
                <a:gd name="T6" fmla="*/ 293 w 294"/>
                <a:gd name="T7" fmla="*/ 3670 h 3671"/>
                <a:gd name="T8" fmla="*/ 293 w 294"/>
                <a:gd name="T9" fmla="*/ 0 h 3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3671">
                  <a:moveTo>
                    <a:pt x="293" y="0"/>
                  </a:moveTo>
                  <a:lnTo>
                    <a:pt x="0" y="0"/>
                  </a:lnTo>
                  <a:lnTo>
                    <a:pt x="0" y="3670"/>
                  </a:lnTo>
                  <a:lnTo>
                    <a:pt x="293" y="3670"/>
                  </a:lnTo>
                  <a:lnTo>
                    <a:pt x="293" y="0"/>
                  </a:lnTo>
                </a:path>
              </a:pathLst>
            </a:custGeom>
            <a:solidFill>
              <a:srgbClr val="FFC627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596" dirty="0">
                <a:latin typeface="Lato Regular" charset="0"/>
              </a:endParaRPr>
            </a:p>
          </p:txBody>
        </p:sp>
        <p:sp>
          <p:nvSpPr>
            <p:cNvPr id="95" name="Freeform 2356"/>
            <p:cNvSpPr>
              <a:spLocks noChangeArrowheads="1"/>
            </p:cNvSpPr>
            <p:nvPr/>
          </p:nvSpPr>
          <p:spPr bwMode="auto">
            <a:xfrm rot="5400000">
              <a:off x="5120624" y="3202633"/>
              <a:ext cx="199936" cy="2863836"/>
            </a:xfrm>
            <a:custGeom>
              <a:avLst/>
              <a:gdLst>
                <a:gd name="T0" fmla="*/ 293 w 294"/>
                <a:gd name="T1" fmla="*/ 0 h 3671"/>
                <a:gd name="T2" fmla="*/ 0 w 294"/>
                <a:gd name="T3" fmla="*/ 0 h 3671"/>
                <a:gd name="T4" fmla="*/ 0 w 294"/>
                <a:gd name="T5" fmla="*/ 3670 h 3671"/>
                <a:gd name="T6" fmla="*/ 293 w 294"/>
                <a:gd name="T7" fmla="*/ 3670 h 3671"/>
                <a:gd name="T8" fmla="*/ 293 w 294"/>
                <a:gd name="T9" fmla="*/ 0 h 3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3671">
                  <a:moveTo>
                    <a:pt x="293" y="0"/>
                  </a:moveTo>
                  <a:lnTo>
                    <a:pt x="0" y="0"/>
                  </a:lnTo>
                  <a:lnTo>
                    <a:pt x="0" y="3670"/>
                  </a:lnTo>
                  <a:lnTo>
                    <a:pt x="293" y="3670"/>
                  </a:lnTo>
                  <a:lnTo>
                    <a:pt x="293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596" dirty="0">
                <a:latin typeface="Lato Regular" charset="0"/>
              </a:endParaRPr>
            </a:p>
          </p:txBody>
        </p:sp>
        <p:sp>
          <p:nvSpPr>
            <p:cNvPr id="96" name="Freeform 2356"/>
            <p:cNvSpPr>
              <a:spLocks noChangeArrowheads="1"/>
            </p:cNvSpPr>
            <p:nvPr/>
          </p:nvSpPr>
          <p:spPr bwMode="auto">
            <a:xfrm rot="5400000">
              <a:off x="5836219" y="2996942"/>
              <a:ext cx="203050" cy="4298142"/>
            </a:xfrm>
            <a:custGeom>
              <a:avLst/>
              <a:gdLst>
                <a:gd name="T0" fmla="*/ 293 w 294"/>
                <a:gd name="T1" fmla="*/ 0 h 3671"/>
                <a:gd name="T2" fmla="*/ 0 w 294"/>
                <a:gd name="T3" fmla="*/ 0 h 3671"/>
                <a:gd name="T4" fmla="*/ 0 w 294"/>
                <a:gd name="T5" fmla="*/ 3670 h 3671"/>
                <a:gd name="T6" fmla="*/ 293 w 294"/>
                <a:gd name="T7" fmla="*/ 3670 h 3671"/>
                <a:gd name="T8" fmla="*/ 293 w 294"/>
                <a:gd name="T9" fmla="*/ 0 h 3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3671">
                  <a:moveTo>
                    <a:pt x="293" y="0"/>
                  </a:moveTo>
                  <a:lnTo>
                    <a:pt x="0" y="0"/>
                  </a:lnTo>
                  <a:lnTo>
                    <a:pt x="0" y="3670"/>
                  </a:lnTo>
                  <a:lnTo>
                    <a:pt x="293" y="3670"/>
                  </a:lnTo>
                  <a:lnTo>
                    <a:pt x="293" y="0"/>
                  </a:lnTo>
                </a:path>
              </a:pathLst>
            </a:custGeom>
            <a:solidFill>
              <a:srgbClr val="354D5A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596" dirty="0">
                <a:latin typeface="Lato Regular" charset="0"/>
              </a:endParaRPr>
            </a:p>
          </p:txBody>
        </p:sp>
        <p:sp>
          <p:nvSpPr>
            <p:cNvPr id="97" name="Freeform 2356"/>
            <p:cNvSpPr>
              <a:spLocks noChangeArrowheads="1"/>
            </p:cNvSpPr>
            <p:nvPr/>
          </p:nvSpPr>
          <p:spPr bwMode="auto">
            <a:xfrm rot="5400000">
              <a:off x="5007170" y="4029041"/>
              <a:ext cx="203050" cy="2640043"/>
            </a:xfrm>
            <a:custGeom>
              <a:avLst/>
              <a:gdLst>
                <a:gd name="T0" fmla="*/ 293 w 294"/>
                <a:gd name="T1" fmla="*/ 0 h 3671"/>
                <a:gd name="T2" fmla="*/ 0 w 294"/>
                <a:gd name="T3" fmla="*/ 0 h 3671"/>
                <a:gd name="T4" fmla="*/ 0 w 294"/>
                <a:gd name="T5" fmla="*/ 3670 h 3671"/>
                <a:gd name="T6" fmla="*/ 293 w 294"/>
                <a:gd name="T7" fmla="*/ 3670 h 3671"/>
                <a:gd name="T8" fmla="*/ 293 w 294"/>
                <a:gd name="T9" fmla="*/ 0 h 3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3671">
                  <a:moveTo>
                    <a:pt x="293" y="0"/>
                  </a:moveTo>
                  <a:lnTo>
                    <a:pt x="0" y="0"/>
                  </a:lnTo>
                  <a:lnTo>
                    <a:pt x="0" y="3670"/>
                  </a:lnTo>
                  <a:lnTo>
                    <a:pt x="293" y="3670"/>
                  </a:lnTo>
                  <a:lnTo>
                    <a:pt x="293" y="0"/>
                  </a:lnTo>
                </a:path>
              </a:pathLst>
            </a:custGeom>
            <a:solidFill>
              <a:srgbClr val="FFC627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596" dirty="0">
                <a:latin typeface="Lato Regular" charset="0"/>
              </a:endParaRPr>
            </a:p>
          </p:txBody>
        </p:sp>
        <p:sp>
          <p:nvSpPr>
            <p:cNvPr id="98" name="Freeform 2356"/>
            <p:cNvSpPr>
              <a:spLocks noChangeArrowheads="1"/>
            </p:cNvSpPr>
            <p:nvPr/>
          </p:nvSpPr>
          <p:spPr bwMode="auto">
            <a:xfrm rot="5400000">
              <a:off x="5697532" y="3541728"/>
              <a:ext cx="211426" cy="4029143"/>
            </a:xfrm>
            <a:custGeom>
              <a:avLst/>
              <a:gdLst>
                <a:gd name="T0" fmla="*/ 293 w 294"/>
                <a:gd name="T1" fmla="*/ 0 h 3671"/>
                <a:gd name="T2" fmla="*/ 0 w 294"/>
                <a:gd name="T3" fmla="*/ 0 h 3671"/>
                <a:gd name="T4" fmla="*/ 0 w 294"/>
                <a:gd name="T5" fmla="*/ 3670 h 3671"/>
                <a:gd name="T6" fmla="*/ 293 w 294"/>
                <a:gd name="T7" fmla="*/ 3670 h 3671"/>
                <a:gd name="T8" fmla="*/ 293 w 294"/>
                <a:gd name="T9" fmla="*/ 0 h 3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3671">
                  <a:moveTo>
                    <a:pt x="293" y="0"/>
                  </a:moveTo>
                  <a:lnTo>
                    <a:pt x="0" y="0"/>
                  </a:lnTo>
                  <a:lnTo>
                    <a:pt x="0" y="3670"/>
                  </a:lnTo>
                  <a:lnTo>
                    <a:pt x="293" y="3670"/>
                  </a:lnTo>
                  <a:lnTo>
                    <a:pt x="293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9596" dirty="0">
                <a:latin typeface="Lato Regular" charset="0"/>
              </a:endParaRPr>
            </a:p>
          </p:txBody>
        </p:sp>
        <p:sp>
          <p:nvSpPr>
            <p:cNvPr id="99" name="Rectangle 40"/>
            <p:cNvSpPr/>
            <p:nvPr/>
          </p:nvSpPr>
          <p:spPr>
            <a:xfrm>
              <a:off x="1023610" y="4327856"/>
              <a:ext cx="2288819" cy="3424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dirty="0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ea typeface="Lato" charset="0"/>
                  <a:cs typeface="Calibri" panose="020F0502020204030204" pitchFamily="34" charset="0"/>
                </a:rPr>
                <a:t>Consequently, this entails simply selling an already existing product.</a:t>
              </a:r>
              <a:endParaRPr lang="en-US" sz="1050" dirty="0">
                <a:solidFill>
                  <a:schemeClr val="tx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Lato" charset="0"/>
                <a:cs typeface="Calibri" panose="020F0502020204030204" pitchFamily="34" charset="0"/>
              </a:endParaRPr>
            </a:p>
          </p:txBody>
        </p:sp>
        <p:sp>
          <p:nvSpPr>
            <p:cNvPr id="100" name="Rectangle 41"/>
            <p:cNvSpPr/>
            <p:nvPr/>
          </p:nvSpPr>
          <p:spPr>
            <a:xfrm>
              <a:off x="1023610" y="4070292"/>
              <a:ext cx="1156416" cy="2536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354D5A"/>
                  </a:solidFill>
                  <a:latin typeface="Calibri" panose="020F0502020204030204" pitchFamily="34" charset="0"/>
                  <a:ea typeface="Lato" charset="0"/>
                  <a:cs typeface="Calibri" panose="020F0502020204030204" pitchFamily="34" charset="0"/>
                </a:rPr>
                <a:t>ITEM DOS</a:t>
              </a:r>
            </a:p>
          </p:txBody>
        </p:sp>
        <p:sp>
          <p:nvSpPr>
            <p:cNvPr id="101" name="Rectangle 42"/>
            <p:cNvSpPr/>
            <p:nvPr/>
          </p:nvSpPr>
          <p:spPr>
            <a:xfrm>
              <a:off x="1023610" y="5253593"/>
              <a:ext cx="2288819" cy="3424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dirty="0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ea typeface="Lato" charset="0"/>
                  <a:cs typeface="Calibri" panose="020F0502020204030204" pitchFamily="34" charset="0"/>
                </a:rPr>
                <a:t>Consequently, this entails simply selling an already existing product.</a:t>
              </a:r>
              <a:endParaRPr lang="en-US" sz="1050" dirty="0">
                <a:solidFill>
                  <a:schemeClr val="tx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Lato" charset="0"/>
                <a:cs typeface="Calibri" panose="020F0502020204030204" pitchFamily="34" charset="0"/>
              </a:endParaRPr>
            </a:p>
          </p:txBody>
        </p:sp>
        <p:sp>
          <p:nvSpPr>
            <p:cNvPr id="102" name="Rectangle 43"/>
            <p:cNvSpPr/>
            <p:nvPr/>
          </p:nvSpPr>
          <p:spPr>
            <a:xfrm>
              <a:off x="1023610" y="4996029"/>
              <a:ext cx="1156416" cy="2536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354D5A"/>
                  </a:solidFill>
                  <a:latin typeface="Calibri" panose="020F0502020204030204" pitchFamily="34" charset="0"/>
                  <a:ea typeface="Lato" charset="0"/>
                  <a:cs typeface="Calibri" panose="020F0502020204030204" pitchFamily="34" charset="0"/>
                </a:rPr>
                <a:t>ITEM TRES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Gráfico"/>
          <p:cNvGraphicFramePr/>
          <p:nvPr>
            <p:extLst>
              <p:ext uri="{D42A27DB-BD31-4B8C-83A1-F6EECF244321}">
                <p14:modId xmlns:p14="http://schemas.microsoft.com/office/powerpoint/2010/main" val="3575689317"/>
              </p:ext>
            </p:extLst>
          </p:nvPr>
        </p:nvGraphicFramePr>
        <p:xfrm>
          <a:off x="-180528" y="1916832"/>
          <a:ext cx="5310996" cy="3987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3 Gráfico"/>
          <p:cNvGraphicFramePr/>
          <p:nvPr>
            <p:extLst>
              <p:ext uri="{D42A27DB-BD31-4B8C-83A1-F6EECF244321}">
                <p14:modId xmlns:p14="http://schemas.microsoft.com/office/powerpoint/2010/main" val="2769828033"/>
              </p:ext>
            </p:extLst>
          </p:nvPr>
        </p:nvGraphicFramePr>
        <p:xfrm>
          <a:off x="4932040" y="2780928"/>
          <a:ext cx="4351740" cy="23018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11585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437" y="2584723"/>
            <a:ext cx="3978051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39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/>
          <p:cNvSpPr>
            <a:spLocks noChangeArrowheads="1"/>
          </p:cNvSpPr>
          <p:nvPr/>
        </p:nvSpPr>
        <p:spPr bwMode="auto">
          <a:xfrm>
            <a:off x="4114197" y="2932039"/>
            <a:ext cx="170876" cy="270206"/>
          </a:xfrm>
          <a:custGeom>
            <a:avLst/>
            <a:gdLst>
              <a:gd name="T0" fmla="*/ 125 w 249"/>
              <a:gd name="T1" fmla="*/ 0 h 400"/>
              <a:gd name="T2" fmla="*/ 125 w 249"/>
              <a:gd name="T3" fmla="*/ 0 h 400"/>
              <a:gd name="T4" fmla="*/ 0 w 249"/>
              <a:gd name="T5" fmla="*/ 125 h 400"/>
              <a:gd name="T6" fmla="*/ 125 w 249"/>
              <a:gd name="T7" fmla="*/ 399 h 400"/>
              <a:gd name="T8" fmla="*/ 248 w 249"/>
              <a:gd name="T9" fmla="*/ 125 h 400"/>
              <a:gd name="T10" fmla="*/ 125 w 249"/>
              <a:gd name="T11" fmla="*/ 0 h 400"/>
              <a:gd name="T12" fmla="*/ 125 w 249"/>
              <a:gd name="T13" fmla="*/ 196 h 400"/>
              <a:gd name="T14" fmla="*/ 125 w 249"/>
              <a:gd name="T15" fmla="*/ 196 h 400"/>
              <a:gd name="T16" fmla="*/ 53 w 249"/>
              <a:gd name="T17" fmla="*/ 125 h 400"/>
              <a:gd name="T18" fmla="*/ 125 w 249"/>
              <a:gd name="T19" fmla="*/ 54 h 400"/>
              <a:gd name="T20" fmla="*/ 195 w 249"/>
              <a:gd name="T21" fmla="*/ 125 h 400"/>
              <a:gd name="T22" fmla="*/ 125 w 249"/>
              <a:gd name="T23" fmla="*/ 196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9" h="400">
                <a:moveTo>
                  <a:pt x="125" y="0"/>
                </a:moveTo>
                <a:lnTo>
                  <a:pt x="125" y="0"/>
                </a:lnTo>
                <a:cubicBezTo>
                  <a:pt x="53" y="0"/>
                  <a:pt x="0" y="54"/>
                  <a:pt x="0" y="125"/>
                </a:cubicBezTo>
                <a:cubicBezTo>
                  <a:pt x="0" y="240"/>
                  <a:pt x="125" y="399"/>
                  <a:pt x="125" y="399"/>
                </a:cubicBezTo>
                <a:cubicBezTo>
                  <a:pt x="125" y="399"/>
                  <a:pt x="248" y="240"/>
                  <a:pt x="248" y="125"/>
                </a:cubicBezTo>
                <a:cubicBezTo>
                  <a:pt x="248" y="54"/>
                  <a:pt x="195" y="0"/>
                  <a:pt x="125" y="0"/>
                </a:cubicBezTo>
                <a:close/>
                <a:moveTo>
                  <a:pt x="125" y="196"/>
                </a:moveTo>
                <a:lnTo>
                  <a:pt x="125" y="196"/>
                </a:lnTo>
                <a:cubicBezTo>
                  <a:pt x="88" y="196"/>
                  <a:pt x="53" y="160"/>
                  <a:pt x="53" y="125"/>
                </a:cubicBezTo>
                <a:cubicBezTo>
                  <a:pt x="53" y="89"/>
                  <a:pt x="88" y="54"/>
                  <a:pt x="125" y="54"/>
                </a:cubicBezTo>
                <a:cubicBezTo>
                  <a:pt x="159" y="54"/>
                  <a:pt x="195" y="89"/>
                  <a:pt x="195" y="125"/>
                </a:cubicBezTo>
                <a:cubicBezTo>
                  <a:pt x="195" y="160"/>
                  <a:pt x="159" y="196"/>
                  <a:pt x="125" y="196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7" name="Freeform 3"/>
          <p:cNvSpPr>
            <a:spLocks noChangeArrowheads="1"/>
          </p:cNvSpPr>
          <p:nvPr/>
        </p:nvSpPr>
        <p:spPr bwMode="auto">
          <a:xfrm>
            <a:off x="4713636" y="2932039"/>
            <a:ext cx="343581" cy="270206"/>
          </a:xfrm>
          <a:custGeom>
            <a:avLst/>
            <a:gdLst>
              <a:gd name="T0" fmla="*/ 487 w 497"/>
              <a:gd name="T1" fmla="*/ 71 h 400"/>
              <a:gd name="T2" fmla="*/ 487 w 497"/>
              <a:gd name="T3" fmla="*/ 71 h 400"/>
              <a:gd name="T4" fmla="*/ 372 w 497"/>
              <a:gd name="T5" fmla="*/ 0 h 400"/>
              <a:gd name="T6" fmla="*/ 354 w 497"/>
              <a:gd name="T7" fmla="*/ 0 h 400"/>
              <a:gd name="T8" fmla="*/ 248 w 497"/>
              <a:gd name="T9" fmla="*/ 71 h 400"/>
              <a:gd name="T10" fmla="*/ 142 w 497"/>
              <a:gd name="T11" fmla="*/ 0 h 400"/>
              <a:gd name="T12" fmla="*/ 123 w 497"/>
              <a:gd name="T13" fmla="*/ 0 h 400"/>
              <a:gd name="T14" fmla="*/ 8 w 497"/>
              <a:gd name="T15" fmla="*/ 71 h 400"/>
              <a:gd name="T16" fmla="*/ 0 w 497"/>
              <a:gd name="T17" fmla="*/ 89 h 400"/>
              <a:gd name="T18" fmla="*/ 0 w 497"/>
              <a:gd name="T19" fmla="*/ 382 h 400"/>
              <a:gd name="T20" fmla="*/ 8 w 497"/>
              <a:gd name="T21" fmla="*/ 390 h 400"/>
              <a:gd name="T22" fmla="*/ 26 w 497"/>
              <a:gd name="T23" fmla="*/ 390 h 400"/>
              <a:gd name="T24" fmla="*/ 132 w 497"/>
              <a:gd name="T25" fmla="*/ 328 h 400"/>
              <a:gd name="T26" fmla="*/ 239 w 497"/>
              <a:gd name="T27" fmla="*/ 390 h 400"/>
              <a:gd name="T28" fmla="*/ 257 w 497"/>
              <a:gd name="T29" fmla="*/ 390 h 400"/>
              <a:gd name="T30" fmla="*/ 363 w 497"/>
              <a:gd name="T31" fmla="*/ 328 h 400"/>
              <a:gd name="T32" fmla="*/ 470 w 497"/>
              <a:gd name="T33" fmla="*/ 390 h 400"/>
              <a:gd name="T34" fmla="*/ 478 w 497"/>
              <a:gd name="T35" fmla="*/ 399 h 400"/>
              <a:gd name="T36" fmla="*/ 487 w 497"/>
              <a:gd name="T37" fmla="*/ 390 h 400"/>
              <a:gd name="T38" fmla="*/ 496 w 497"/>
              <a:gd name="T39" fmla="*/ 382 h 400"/>
              <a:gd name="T40" fmla="*/ 496 w 497"/>
              <a:gd name="T41" fmla="*/ 89 h 400"/>
              <a:gd name="T42" fmla="*/ 487 w 497"/>
              <a:gd name="T43" fmla="*/ 71 h 400"/>
              <a:gd name="T44" fmla="*/ 115 w 497"/>
              <a:gd name="T45" fmla="*/ 293 h 400"/>
              <a:gd name="T46" fmla="*/ 115 w 497"/>
              <a:gd name="T47" fmla="*/ 293 h 400"/>
              <a:gd name="T48" fmla="*/ 35 w 497"/>
              <a:gd name="T49" fmla="*/ 346 h 400"/>
              <a:gd name="T50" fmla="*/ 35 w 497"/>
              <a:gd name="T51" fmla="*/ 98 h 400"/>
              <a:gd name="T52" fmla="*/ 115 w 497"/>
              <a:gd name="T53" fmla="*/ 44 h 400"/>
              <a:gd name="T54" fmla="*/ 115 w 497"/>
              <a:gd name="T55" fmla="*/ 293 h 400"/>
              <a:gd name="T56" fmla="*/ 230 w 497"/>
              <a:gd name="T57" fmla="*/ 346 h 400"/>
              <a:gd name="T58" fmla="*/ 230 w 497"/>
              <a:gd name="T59" fmla="*/ 346 h 400"/>
              <a:gd name="T60" fmla="*/ 150 w 497"/>
              <a:gd name="T61" fmla="*/ 293 h 400"/>
              <a:gd name="T62" fmla="*/ 150 w 497"/>
              <a:gd name="T63" fmla="*/ 44 h 400"/>
              <a:gd name="T64" fmla="*/ 230 w 497"/>
              <a:gd name="T65" fmla="*/ 98 h 400"/>
              <a:gd name="T66" fmla="*/ 230 w 497"/>
              <a:gd name="T67" fmla="*/ 346 h 400"/>
              <a:gd name="T68" fmla="*/ 345 w 497"/>
              <a:gd name="T69" fmla="*/ 293 h 400"/>
              <a:gd name="T70" fmla="*/ 345 w 497"/>
              <a:gd name="T71" fmla="*/ 293 h 400"/>
              <a:gd name="T72" fmla="*/ 266 w 497"/>
              <a:gd name="T73" fmla="*/ 346 h 400"/>
              <a:gd name="T74" fmla="*/ 266 w 497"/>
              <a:gd name="T75" fmla="*/ 98 h 400"/>
              <a:gd name="T76" fmla="*/ 345 w 497"/>
              <a:gd name="T77" fmla="*/ 44 h 400"/>
              <a:gd name="T78" fmla="*/ 345 w 497"/>
              <a:gd name="T79" fmla="*/ 293 h 400"/>
              <a:gd name="T80" fmla="*/ 461 w 497"/>
              <a:gd name="T81" fmla="*/ 346 h 400"/>
              <a:gd name="T82" fmla="*/ 461 w 497"/>
              <a:gd name="T83" fmla="*/ 346 h 400"/>
              <a:gd name="T84" fmla="*/ 380 w 497"/>
              <a:gd name="T85" fmla="*/ 293 h 400"/>
              <a:gd name="T86" fmla="*/ 380 w 497"/>
              <a:gd name="T87" fmla="*/ 44 h 400"/>
              <a:gd name="T88" fmla="*/ 461 w 497"/>
              <a:gd name="T89" fmla="*/ 98 h 400"/>
              <a:gd name="T90" fmla="*/ 461 w 497"/>
              <a:gd name="T91" fmla="*/ 346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97" h="400">
                <a:moveTo>
                  <a:pt x="487" y="71"/>
                </a:moveTo>
                <a:lnTo>
                  <a:pt x="487" y="71"/>
                </a:lnTo>
                <a:cubicBezTo>
                  <a:pt x="372" y="0"/>
                  <a:pt x="372" y="0"/>
                  <a:pt x="372" y="0"/>
                </a:cubicBezTo>
                <a:cubicBezTo>
                  <a:pt x="363" y="0"/>
                  <a:pt x="363" y="0"/>
                  <a:pt x="354" y="0"/>
                </a:cubicBezTo>
                <a:cubicBezTo>
                  <a:pt x="248" y="71"/>
                  <a:pt x="248" y="71"/>
                  <a:pt x="248" y="71"/>
                </a:cubicBezTo>
                <a:cubicBezTo>
                  <a:pt x="142" y="0"/>
                  <a:pt x="142" y="0"/>
                  <a:pt x="142" y="0"/>
                </a:cubicBezTo>
                <a:cubicBezTo>
                  <a:pt x="132" y="0"/>
                  <a:pt x="132" y="0"/>
                  <a:pt x="123" y="0"/>
                </a:cubicBezTo>
                <a:cubicBezTo>
                  <a:pt x="8" y="71"/>
                  <a:pt x="8" y="71"/>
                  <a:pt x="8" y="71"/>
                </a:cubicBezTo>
                <a:cubicBezTo>
                  <a:pt x="0" y="80"/>
                  <a:pt x="0" y="80"/>
                  <a:pt x="0" y="89"/>
                </a:cubicBezTo>
                <a:cubicBezTo>
                  <a:pt x="0" y="382"/>
                  <a:pt x="0" y="382"/>
                  <a:pt x="0" y="382"/>
                </a:cubicBezTo>
                <a:cubicBezTo>
                  <a:pt x="0" y="382"/>
                  <a:pt x="0" y="390"/>
                  <a:pt x="8" y="390"/>
                </a:cubicBezTo>
                <a:cubicBezTo>
                  <a:pt x="8" y="399"/>
                  <a:pt x="17" y="399"/>
                  <a:pt x="26" y="390"/>
                </a:cubicBezTo>
                <a:cubicBezTo>
                  <a:pt x="132" y="328"/>
                  <a:pt x="132" y="328"/>
                  <a:pt x="132" y="328"/>
                </a:cubicBezTo>
                <a:cubicBezTo>
                  <a:pt x="239" y="390"/>
                  <a:pt x="239" y="390"/>
                  <a:pt x="239" y="390"/>
                </a:cubicBezTo>
                <a:cubicBezTo>
                  <a:pt x="248" y="399"/>
                  <a:pt x="248" y="399"/>
                  <a:pt x="257" y="390"/>
                </a:cubicBezTo>
                <a:cubicBezTo>
                  <a:pt x="363" y="328"/>
                  <a:pt x="363" y="328"/>
                  <a:pt x="363" y="328"/>
                </a:cubicBezTo>
                <a:cubicBezTo>
                  <a:pt x="470" y="390"/>
                  <a:pt x="470" y="390"/>
                  <a:pt x="470" y="390"/>
                </a:cubicBezTo>
                <a:cubicBezTo>
                  <a:pt x="470" y="399"/>
                  <a:pt x="478" y="399"/>
                  <a:pt x="478" y="399"/>
                </a:cubicBezTo>
                <a:cubicBezTo>
                  <a:pt x="478" y="399"/>
                  <a:pt x="487" y="399"/>
                  <a:pt x="487" y="390"/>
                </a:cubicBezTo>
                <a:cubicBezTo>
                  <a:pt x="496" y="390"/>
                  <a:pt x="496" y="382"/>
                  <a:pt x="496" y="382"/>
                </a:cubicBezTo>
                <a:cubicBezTo>
                  <a:pt x="496" y="89"/>
                  <a:pt x="496" y="89"/>
                  <a:pt x="496" y="89"/>
                </a:cubicBezTo>
                <a:cubicBezTo>
                  <a:pt x="496" y="80"/>
                  <a:pt x="496" y="80"/>
                  <a:pt x="487" y="71"/>
                </a:cubicBezTo>
                <a:close/>
                <a:moveTo>
                  <a:pt x="115" y="293"/>
                </a:moveTo>
                <a:lnTo>
                  <a:pt x="115" y="293"/>
                </a:lnTo>
                <a:cubicBezTo>
                  <a:pt x="35" y="346"/>
                  <a:pt x="35" y="346"/>
                  <a:pt x="35" y="346"/>
                </a:cubicBezTo>
                <a:cubicBezTo>
                  <a:pt x="35" y="98"/>
                  <a:pt x="35" y="98"/>
                  <a:pt x="35" y="98"/>
                </a:cubicBezTo>
                <a:cubicBezTo>
                  <a:pt x="115" y="44"/>
                  <a:pt x="115" y="44"/>
                  <a:pt x="115" y="44"/>
                </a:cubicBezTo>
                <a:lnTo>
                  <a:pt x="115" y="293"/>
                </a:lnTo>
                <a:close/>
                <a:moveTo>
                  <a:pt x="230" y="346"/>
                </a:moveTo>
                <a:lnTo>
                  <a:pt x="230" y="346"/>
                </a:lnTo>
                <a:cubicBezTo>
                  <a:pt x="150" y="293"/>
                  <a:pt x="150" y="293"/>
                  <a:pt x="150" y="293"/>
                </a:cubicBezTo>
                <a:cubicBezTo>
                  <a:pt x="150" y="44"/>
                  <a:pt x="150" y="44"/>
                  <a:pt x="150" y="44"/>
                </a:cubicBezTo>
                <a:cubicBezTo>
                  <a:pt x="230" y="98"/>
                  <a:pt x="230" y="98"/>
                  <a:pt x="230" y="98"/>
                </a:cubicBezTo>
                <a:lnTo>
                  <a:pt x="230" y="346"/>
                </a:lnTo>
                <a:close/>
                <a:moveTo>
                  <a:pt x="345" y="293"/>
                </a:moveTo>
                <a:lnTo>
                  <a:pt x="345" y="293"/>
                </a:lnTo>
                <a:cubicBezTo>
                  <a:pt x="266" y="346"/>
                  <a:pt x="266" y="346"/>
                  <a:pt x="266" y="346"/>
                </a:cubicBezTo>
                <a:cubicBezTo>
                  <a:pt x="266" y="98"/>
                  <a:pt x="266" y="98"/>
                  <a:pt x="266" y="98"/>
                </a:cubicBezTo>
                <a:cubicBezTo>
                  <a:pt x="345" y="44"/>
                  <a:pt x="345" y="44"/>
                  <a:pt x="345" y="44"/>
                </a:cubicBezTo>
                <a:lnTo>
                  <a:pt x="345" y="293"/>
                </a:lnTo>
                <a:close/>
                <a:moveTo>
                  <a:pt x="461" y="346"/>
                </a:moveTo>
                <a:lnTo>
                  <a:pt x="461" y="346"/>
                </a:lnTo>
                <a:cubicBezTo>
                  <a:pt x="380" y="293"/>
                  <a:pt x="380" y="293"/>
                  <a:pt x="380" y="293"/>
                </a:cubicBezTo>
                <a:cubicBezTo>
                  <a:pt x="380" y="44"/>
                  <a:pt x="380" y="44"/>
                  <a:pt x="380" y="44"/>
                </a:cubicBezTo>
                <a:cubicBezTo>
                  <a:pt x="461" y="98"/>
                  <a:pt x="461" y="98"/>
                  <a:pt x="461" y="98"/>
                </a:cubicBezTo>
                <a:lnTo>
                  <a:pt x="461" y="346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8" name="Freeform 4"/>
          <p:cNvSpPr>
            <a:spLocks noChangeArrowheads="1"/>
          </p:cNvSpPr>
          <p:nvPr/>
        </p:nvSpPr>
        <p:spPr bwMode="auto">
          <a:xfrm>
            <a:off x="2664943" y="2932039"/>
            <a:ext cx="340839" cy="265716"/>
          </a:xfrm>
          <a:custGeom>
            <a:avLst/>
            <a:gdLst>
              <a:gd name="T0" fmla="*/ 372 w 498"/>
              <a:gd name="T1" fmla="*/ 337 h 391"/>
              <a:gd name="T2" fmla="*/ 372 w 498"/>
              <a:gd name="T3" fmla="*/ 337 h 391"/>
              <a:gd name="T4" fmla="*/ 53 w 498"/>
              <a:gd name="T5" fmla="*/ 337 h 391"/>
              <a:gd name="T6" fmla="*/ 53 w 498"/>
              <a:gd name="T7" fmla="*/ 116 h 391"/>
              <a:gd name="T8" fmla="*/ 116 w 498"/>
              <a:gd name="T9" fmla="*/ 116 h 391"/>
              <a:gd name="T10" fmla="*/ 169 w 498"/>
              <a:gd name="T11" fmla="*/ 71 h 391"/>
              <a:gd name="T12" fmla="*/ 27 w 498"/>
              <a:gd name="T13" fmla="*/ 71 h 391"/>
              <a:gd name="T14" fmla="*/ 0 w 498"/>
              <a:gd name="T15" fmla="*/ 89 h 391"/>
              <a:gd name="T16" fmla="*/ 0 w 498"/>
              <a:gd name="T17" fmla="*/ 363 h 391"/>
              <a:gd name="T18" fmla="*/ 27 w 498"/>
              <a:gd name="T19" fmla="*/ 390 h 391"/>
              <a:gd name="T20" fmla="*/ 399 w 498"/>
              <a:gd name="T21" fmla="*/ 390 h 391"/>
              <a:gd name="T22" fmla="*/ 426 w 498"/>
              <a:gd name="T23" fmla="*/ 363 h 391"/>
              <a:gd name="T24" fmla="*/ 426 w 498"/>
              <a:gd name="T25" fmla="*/ 275 h 391"/>
              <a:gd name="T26" fmla="*/ 372 w 498"/>
              <a:gd name="T27" fmla="*/ 310 h 391"/>
              <a:gd name="T28" fmla="*/ 372 w 498"/>
              <a:gd name="T29" fmla="*/ 337 h 391"/>
              <a:gd name="T30" fmla="*/ 328 w 498"/>
              <a:gd name="T31" fmla="*/ 169 h 391"/>
              <a:gd name="T32" fmla="*/ 328 w 498"/>
              <a:gd name="T33" fmla="*/ 169 h 391"/>
              <a:gd name="T34" fmla="*/ 328 w 498"/>
              <a:gd name="T35" fmla="*/ 257 h 391"/>
              <a:gd name="T36" fmla="*/ 497 w 498"/>
              <a:gd name="T37" fmla="*/ 125 h 391"/>
              <a:gd name="T38" fmla="*/ 328 w 498"/>
              <a:gd name="T39" fmla="*/ 0 h 391"/>
              <a:gd name="T40" fmla="*/ 328 w 498"/>
              <a:gd name="T41" fmla="*/ 80 h 391"/>
              <a:gd name="T42" fmla="*/ 133 w 498"/>
              <a:gd name="T43" fmla="*/ 275 h 391"/>
              <a:gd name="T44" fmla="*/ 328 w 498"/>
              <a:gd name="T45" fmla="*/ 169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98" h="391">
                <a:moveTo>
                  <a:pt x="372" y="337"/>
                </a:moveTo>
                <a:lnTo>
                  <a:pt x="372" y="337"/>
                </a:lnTo>
                <a:cubicBezTo>
                  <a:pt x="53" y="337"/>
                  <a:pt x="53" y="337"/>
                  <a:pt x="53" y="337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116" y="116"/>
                  <a:pt x="116" y="116"/>
                  <a:pt x="116" y="116"/>
                </a:cubicBezTo>
                <a:cubicBezTo>
                  <a:pt x="116" y="116"/>
                  <a:pt x="133" y="98"/>
                  <a:pt x="169" y="71"/>
                </a:cubicBezTo>
                <a:cubicBezTo>
                  <a:pt x="27" y="71"/>
                  <a:pt x="27" y="71"/>
                  <a:pt x="27" y="71"/>
                </a:cubicBezTo>
                <a:cubicBezTo>
                  <a:pt x="9" y="71"/>
                  <a:pt x="0" y="80"/>
                  <a:pt x="0" y="89"/>
                </a:cubicBezTo>
                <a:cubicBezTo>
                  <a:pt x="0" y="363"/>
                  <a:pt x="0" y="363"/>
                  <a:pt x="0" y="363"/>
                </a:cubicBezTo>
                <a:cubicBezTo>
                  <a:pt x="0" y="382"/>
                  <a:pt x="9" y="390"/>
                  <a:pt x="27" y="390"/>
                </a:cubicBezTo>
                <a:cubicBezTo>
                  <a:pt x="399" y="390"/>
                  <a:pt x="399" y="390"/>
                  <a:pt x="399" y="390"/>
                </a:cubicBezTo>
                <a:cubicBezTo>
                  <a:pt x="408" y="390"/>
                  <a:pt x="426" y="382"/>
                  <a:pt x="426" y="363"/>
                </a:cubicBezTo>
                <a:cubicBezTo>
                  <a:pt x="426" y="275"/>
                  <a:pt x="426" y="275"/>
                  <a:pt x="426" y="275"/>
                </a:cubicBezTo>
                <a:cubicBezTo>
                  <a:pt x="372" y="310"/>
                  <a:pt x="372" y="310"/>
                  <a:pt x="372" y="310"/>
                </a:cubicBezTo>
                <a:lnTo>
                  <a:pt x="372" y="337"/>
                </a:lnTo>
                <a:close/>
                <a:moveTo>
                  <a:pt x="328" y="169"/>
                </a:moveTo>
                <a:lnTo>
                  <a:pt x="328" y="169"/>
                </a:lnTo>
                <a:cubicBezTo>
                  <a:pt x="328" y="257"/>
                  <a:pt x="328" y="257"/>
                  <a:pt x="328" y="257"/>
                </a:cubicBezTo>
                <a:cubicBezTo>
                  <a:pt x="497" y="125"/>
                  <a:pt x="497" y="125"/>
                  <a:pt x="497" y="125"/>
                </a:cubicBezTo>
                <a:cubicBezTo>
                  <a:pt x="328" y="0"/>
                  <a:pt x="328" y="0"/>
                  <a:pt x="328" y="0"/>
                </a:cubicBezTo>
                <a:cubicBezTo>
                  <a:pt x="328" y="80"/>
                  <a:pt x="328" y="80"/>
                  <a:pt x="328" y="80"/>
                </a:cubicBezTo>
                <a:cubicBezTo>
                  <a:pt x="133" y="80"/>
                  <a:pt x="133" y="275"/>
                  <a:pt x="133" y="275"/>
                </a:cubicBezTo>
                <a:cubicBezTo>
                  <a:pt x="186" y="187"/>
                  <a:pt x="222" y="169"/>
                  <a:pt x="328" y="169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9" name="Freeform 5"/>
          <p:cNvSpPr>
            <a:spLocks noChangeArrowheads="1"/>
          </p:cNvSpPr>
          <p:nvPr/>
        </p:nvSpPr>
        <p:spPr bwMode="auto">
          <a:xfrm>
            <a:off x="5402626" y="2900620"/>
            <a:ext cx="331701" cy="325862"/>
          </a:xfrm>
          <a:custGeom>
            <a:avLst/>
            <a:gdLst>
              <a:gd name="T0" fmla="*/ 239 w 480"/>
              <a:gd name="T1" fmla="*/ 0 h 480"/>
              <a:gd name="T2" fmla="*/ 239 w 480"/>
              <a:gd name="T3" fmla="*/ 0 h 480"/>
              <a:gd name="T4" fmla="*/ 0 w 480"/>
              <a:gd name="T5" fmla="*/ 248 h 480"/>
              <a:gd name="T6" fmla="*/ 239 w 480"/>
              <a:gd name="T7" fmla="*/ 479 h 480"/>
              <a:gd name="T8" fmla="*/ 479 w 480"/>
              <a:gd name="T9" fmla="*/ 240 h 480"/>
              <a:gd name="T10" fmla="*/ 239 w 480"/>
              <a:gd name="T11" fmla="*/ 0 h 480"/>
              <a:gd name="T12" fmla="*/ 239 w 480"/>
              <a:gd name="T13" fmla="*/ 426 h 480"/>
              <a:gd name="T14" fmla="*/ 239 w 480"/>
              <a:gd name="T15" fmla="*/ 426 h 480"/>
              <a:gd name="T16" fmla="*/ 53 w 480"/>
              <a:gd name="T17" fmla="*/ 248 h 480"/>
              <a:gd name="T18" fmla="*/ 239 w 480"/>
              <a:gd name="T19" fmla="*/ 53 h 480"/>
              <a:gd name="T20" fmla="*/ 426 w 480"/>
              <a:gd name="T21" fmla="*/ 240 h 480"/>
              <a:gd name="T22" fmla="*/ 239 w 480"/>
              <a:gd name="T23" fmla="*/ 426 h 480"/>
              <a:gd name="T24" fmla="*/ 123 w 480"/>
              <a:gd name="T25" fmla="*/ 354 h 480"/>
              <a:gd name="T26" fmla="*/ 123 w 480"/>
              <a:gd name="T27" fmla="*/ 354 h 480"/>
              <a:gd name="T28" fmla="*/ 283 w 480"/>
              <a:gd name="T29" fmla="*/ 293 h 480"/>
              <a:gd name="T30" fmla="*/ 354 w 480"/>
              <a:gd name="T31" fmla="*/ 124 h 480"/>
              <a:gd name="T32" fmla="*/ 186 w 480"/>
              <a:gd name="T33" fmla="*/ 195 h 480"/>
              <a:gd name="T34" fmla="*/ 123 w 480"/>
              <a:gd name="T35" fmla="*/ 354 h 480"/>
              <a:gd name="T36" fmla="*/ 213 w 480"/>
              <a:gd name="T37" fmla="*/ 213 h 480"/>
              <a:gd name="T38" fmla="*/ 213 w 480"/>
              <a:gd name="T39" fmla="*/ 213 h 480"/>
              <a:gd name="T40" fmla="*/ 310 w 480"/>
              <a:gd name="T41" fmla="*/ 169 h 480"/>
              <a:gd name="T42" fmla="*/ 266 w 480"/>
              <a:gd name="T43" fmla="*/ 266 h 480"/>
              <a:gd name="T44" fmla="*/ 213 w 480"/>
              <a:gd name="T45" fmla="*/ 266 h 480"/>
              <a:gd name="T46" fmla="*/ 213 w 480"/>
              <a:gd name="T47" fmla="*/ 213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80" h="480">
                <a:moveTo>
                  <a:pt x="239" y="0"/>
                </a:moveTo>
                <a:lnTo>
                  <a:pt x="239" y="0"/>
                </a:lnTo>
                <a:cubicBezTo>
                  <a:pt x="107" y="9"/>
                  <a:pt x="0" y="115"/>
                  <a:pt x="0" y="248"/>
                </a:cubicBezTo>
                <a:cubicBezTo>
                  <a:pt x="0" y="372"/>
                  <a:pt x="107" y="479"/>
                  <a:pt x="239" y="479"/>
                </a:cubicBezTo>
                <a:cubicBezTo>
                  <a:pt x="372" y="479"/>
                  <a:pt x="479" y="372"/>
                  <a:pt x="479" y="240"/>
                </a:cubicBezTo>
                <a:cubicBezTo>
                  <a:pt x="479" y="107"/>
                  <a:pt x="363" y="0"/>
                  <a:pt x="239" y="0"/>
                </a:cubicBezTo>
                <a:close/>
                <a:moveTo>
                  <a:pt x="239" y="426"/>
                </a:moveTo>
                <a:lnTo>
                  <a:pt x="239" y="426"/>
                </a:lnTo>
                <a:cubicBezTo>
                  <a:pt x="142" y="434"/>
                  <a:pt x="53" y="346"/>
                  <a:pt x="53" y="248"/>
                </a:cubicBezTo>
                <a:cubicBezTo>
                  <a:pt x="53" y="142"/>
                  <a:pt x="133" y="53"/>
                  <a:pt x="239" y="53"/>
                </a:cubicBezTo>
                <a:cubicBezTo>
                  <a:pt x="336" y="53"/>
                  <a:pt x="426" y="133"/>
                  <a:pt x="426" y="240"/>
                </a:cubicBezTo>
                <a:cubicBezTo>
                  <a:pt x="426" y="346"/>
                  <a:pt x="345" y="426"/>
                  <a:pt x="239" y="426"/>
                </a:cubicBezTo>
                <a:close/>
                <a:moveTo>
                  <a:pt x="123" y="354"/>
                </a:moveTo>
                <a:lnTo>
                  <a:pt x="123" y="354"/>
                </a:lnTo>
                <a:cubicBezTo>
                  <a:pt x="123" y="354"/>
                  <a:pt x="239" y="337"/>
                  <a:pt x="283" y="293"/>
                </a:cubicBezTo>
                <a:cubicBezTo>
                  <a:pt x="336" y="240"/>
                  <a:pt x="354" y="124"/>
                  <a:pt x="354" y="124"/>
                </a:cubicBezTo>
                <a:cubicBezTo>
                  <a:pt x="354" y="124"/>
                  <a:pt x="239" y="142"/>
                  <a:pt x="186" y="195"/>
                </a:cubicBezTo>
                <a:cubicBezTo>
                  <a:pt x="142" y="240"/>
                  <a:pt x="123" y="354"/>
                  <a:pt x="123" y="354"/>
                </a:cubicBezTo>
                <a:close/>
                <a:moveTo>
                  <a:pt x="213" y="213"/>
                </a:moveTo>
                <a:lnTo>
                  <a:pt x="213" y="213"/>
                </a:lnTo>
                <a:cubicBezTo>
                  <a:pt x="239" y="195"/>
                  <a:pt x="274" y="178"/>
                  <a:pt x="310" y="169"/>
                </a:cubicBezTo>
                <a:cubicBezTo>
                  <a:pt x="301" y="204"/>
                  <a:pt x="283" y="248"/>
                  <a:pt x="266" y="266"/>
                </a:cubicBezTo>
                <a:cubicBezTo>
                  <a:pt x="248" y="275"/>
                  <a:pt x="230" y="275"/>
                  <a:pt x="213" y="266"/>
                </a:cubicBezTo>
                <a:cubicBezTo>
                  <a:pt x="204" y="248"/>
                  <a:pt x="204" y="231"/>
                  <a:pt x="213" y="213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0" name="Freeform 6"/>
          <p:cNvSpPr>
            <a:spLocks noChangeArrowheads="1"/>
          </p:cNvSpPr>
          <p:nvPr/>
        </p:nvSpPr>
        <p:spPr bwMode="auto">
          <a:xfrm>
            <a:off x="6104408" y="2913187"/>
            <a:ext cx="304288" cy="296239"/>
          </a:xfrm>
          <a:custGeom>
            <a:avLst/>
            <a:gdLst>
              <a:gd name="T0" fmla="*/ 425 w 444"/>
              <a:gd name="T1" fmla="*/ 17 h 435"/>
              <a:gd name="T2" fmla="*/ 425 w 444"/>
              <a:gd name="T3" fmla="*/ 17 h 435"/>
              <a:gd name="T4" fmla="*/ 345 w 444"/>
              <a:gd name="T5" fmla="*/ 35 h 435"/>
              <a:gd name="T6" fmla="*/ 0 w 444"/>
              <a:gd name="T7" fmla="*/ 222 h 435"/>
              <a:gd name="T8" fmla="*/ 195 w 444"/>
              <a:gd name="T9" fmla="*/ 248 h 435"/>
              <a:gd name="T10" fmla="*/ 221 w 444"/>
              <a:gd name="T11" fmla="*/ 434 h 435"/>
              <a:gd name="T12" fmla="*/ 399 w 444"/>
              <a:gd name="T13" fmla="*/ 89 h 435"/>
              <a:gd name="T14" fmla="*/ 425 w 444"/>
              <a:gd name="T15" fmla="*/ 17 h 435"/>
              <a:gd name="T16" fmla="*/ 381 w 444"/>
              <a:gd name="T17" fmla="*/ 62 h 435"/>
              <a:gd name="T18" fmla="*/ 381 w 444"/>
              <a:gd name="T19" fmla="*/ 62 h 435"/>
              <a:gd name="T20" fmla="*/ 239 w 444"/>
              <a:gd name="T21" fmla="*/ 319 h 435"/>
              <a:gd name="T22" fmla="*/ 230 w 444"/>
              <a:gd name="T23" fmla="*/ 204 h 435"/>
              <a:gd name="T24" fmla="*/ 381 w 444"/>
              <a:gd name="T25" fmla="*/ 62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44" h="435">
                <a:moveTo>
                  <a:pt x="425" y="17"/>
                </a:moveTo>
                <a:lnTo>
                  <a:pt x="425" y="17"/>
                </a:lnTo>
                <a:cubicBezTo>
                  <a:pt x="408" y="0"/>
                  <a:pt x="399" y="17"/>
                  <a:pt x="345" y="35"/>
                </a:cubicBezTo>
                <a:cubicBezTo>
                  <a:pt x="221" y="97"/>
                  <a:pt x="0" y="222"/>
                  <a:pt x="0" y="222"/>
                </a:cubicBezTo>
                <a:cubicBezTo>
                  <a:pt x="195" y="248"/>
                  <a:pt x="195" y="248"/>
                  <a:pt x="195" y="248"/>
                </a:cubicBezTo>
                <a:cubicBezTo>
                  <a:pt x="221" y="434"/>
                  <a:pt x="221" y="434"/>
                  <a:pt x="221" y="434"/>
                </a:cubicBezTo>
                <a:cubicBezTo>
                  <a:pt x="221" y="434"/>
                  <a:pt x="345" y="222"/>
                  <a:pt x="399" y="89"/>
                </a:cubicBezTo>
                <a:cubicBezTo>
                  <a:pt x="425" y="44"/>
                  <a:pt x="443" y="26"/>
                  <a:pt x="425" y="17"/>
                </a:cubicBezTo>
                <a:close/>
                <a:moveTo>
                  <a:pt x="381" y="62"/>
                </a:moveTo>
                <a:lnTo>
                  <a:pt x="381" y="62"/>
                </a:lnTo>
                <a:cubicBezTo>
                  <a:pt x="239" y="319"/>
                  <a:pt x="239" y="319"/>
                  <a:pt x="239" y="319"/>
                </a:cubicBezTo>
                <a:cubicBezTo>
                  <a:pt x="230" y="204"/>
                  <a:pt x="230" y="204"/>
                  <a:pt x="230" y="204"/>
                </a:cubicBezTo>
                <a:lnTo>
                  <a:pt x="381" y="62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1" name="Freeform 8"/>
          <p:cNvSpPr>
            <a:spLocks noChangeArrowheads="1"/>
          </p:cNvSpPr>
          <p:nvPr/>
        </p:nvSpPr>
        <p:spPr bwMode="auto">
          <a:xfrm>
            <a:off x="1297929" y="2913187"/>
            <a:ext cx="343581" cy="301624"/>
          </a:xfrm>
          <a:custGeom>
            <a:avLst/>
            <a:gdLst>
              <a:gd name="T0" fmla="*/ 310 w 497"/>
              <a:gd name="T1" fmla="*/ 336 h 444"/>
              <a:gd name="T2" fmla="*/ 310 w 497"/>
              <a:gd name="T3" fmla="*/ 336 h 444"/>
              <a:gd name="T4" fmla="*/ 221 w 497"/>
              <a:gd name="T5" fmla="*/ 257 h 444"/>
              <a:gd name="T6" fmla="*/ 248 w 497"/>
              <a:gd name="T7" fmla="*/ 195 h 444"/>
              <a:gd name="T8" fmla="*/ 274 w 497"/>
              <a:gd name="T9" fmla="*/ 151 h 444"/>
              <a:gd name="T10" fmla="*/ 266 w 497"/>
              <a:gd name="T11" fmla="*/ 133 h 444"/>
              <a:gd name="T12" fmla="*/ 274 w 497"/>
              <a:gd name="T13" fmla="*/ 89 h 444"/>
              <a:gd name="T14" fmla="*/ 177 w 497"/>
              <a:gd name="T15" fmla="*/ 0 h 444"/>
              <a:gd name="T16" fmla="*/ 70 w 497"/>
              <a:gd name="T17" fmla="*/ 89 h 444"/>
              <a:gd name="T18" fmla="*/ 79 w 497"/>
              <a:gd name="T19" fmla="*/ 133 h 444"/>
              <a:gd name="T20" fmla="*/ 70 w 497"/>
              <a:gd name="T21" fmla="*/ 151 h 444"/>
              <a:gd name="T22" fmla="*/ 97 w 497"/>
              <a:gd name="T23" fmla="*/ 195 h 444"/>
              <a:gd name="T24" fmla="*/ 123 w 497"/>
              <a:gd name="T25" fmla="*/ 257 h 444"/>
              <a:gd name="T26" fmla="*/ 35 w 497"/>
              <a:gd name="T27" fmla="*/ 336 h 444"/>
              <a:gd name="T28" fmla="*/ 0 w 497"/>
              <a:gd name="T29" fmla="*/ 345 h 444"/>
              <a:gd name="T30" fmla="*/ 0 w 497"/>
              <a:gd name="T31" fmla="*/ 443 h 444"/>
              <a:gd name="T32" fmla="*/ 398 w 497"/>
              <a:gd name="T33" fmla="*/ 443 h 444"/>
              <a:gd name="T34" fmla="*/ 398 w 497"/>
              <a:gd name="T35" fmla="*/ 399 h 444"/>
              <a:gd name="T36" fmla="*/ 310 w 497"/>
              <a:gd name="T37" fmla="*/ 336 h 444"/>
              <a:gd name="T38" fmla="*/ 425 w 497"/>
              <a:gd name="T39" fmla="*/ 195 h 444"/>
              <a:gd name="T40" fmla="*/ 425 w 497"/>
              <a:gd name="T41" fmla="*/ 195 h 444"/>
              <a:gd name="T42" fmla="*/ 425 w 497"/>
              <a:gd name="T43" fmla="*/ 124 h 444"/>
              <a:gd name="T44" fmla="*/ 372 w 497"/>
              <a:gd name="T45" fmla="*/ 124 h 444"/>
              <a:gd name="T46" fmla="*/ 372 w 497"/>
              <a:gd name="T47" fmla="*/ 195 h 444"/>
              <a:gd name="T48" fmla="*/ 301 w 497"/>
              <a:gd name="T49" fmla="*/ 195 h 444"/>
              <a:gd name="T50" fmla="*/ 301 w 497"/>
              <a:gd name="T51" fmla="*/ 248 h 444"/>
              <a:gd name="T52" fmla="*/ 372 w 497"/>
              <a:gd name="T53" fmla="*/ 248 h 444"/>
              <a:gd name="T54" fmla="*/ 372 w 497"/>
              <a:gd name="T55" fmla="*/ 319 h 444"/>
              <a:gd name="T56" fmla="*/ 425 w 497"/>
              <a:gd name="T57" fmla="*/ 319 h 444"/>
              <a:gd name="T58" fmla="*/ 425 w 497"/>
              <a:gd name="T59" fmla="*/ 248 h 444"/>
              <a:gd name="T60" fmla="*/ 496 w 497"/>
              <a:gd name="T61" fmla="*/ 248 h 444"/>
              <a:gd name="T62" fmla="*/ 496 w 497"/>
              <a:gd name="T63" fmla="*/ 195 h 444"/>
              <a:gd name="T64" fmla="*/ 425 w 497"/>
              <a:gd name="T65" fmla="*/ 195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97" h="444">
                <a:moveTo>
                  <a:pt x="310" y="336"/>
                </a:moveTo>
                <a:lnTo>
                  <a:pt x="310" y="336"/>
                </a:lnTo>
                <a:cubicBezTo>
                  <a:pt x="248" y="310"/>
                  <a:pt x="221" y="292"/>
                  <a:pt x="221" y="257"/>
                </a:cubicBezTo>
                <a:cubicBezTo>
                  <a:pt x="221" y="230"/>
                  <a:pt x="239" y="239"/>
                  <a:pt x="248" y="195"/>
                </a:cubicBezTo>
                <a:cubicBezTo>
                  <a:pt x="257" y="177"/>
                  <a:pt x="274" y="195"/>
                  <a:pt x="274" y="151"/>
                </a:cubicBezTo>
                <a:cubicBezTo>
                  <a:pt x="274" y="133"/>
                  <a:pt x="266" y="133"/>
                  <a:pt x="266" y="133"/>
                </a:cubicBezTo>
                <a:cubicBezTo>
                  <a:pt x="266" y="133"/>
                  <a:pt x="274" y="106"/>
                  <a:pt x="274" y="89"/>
                </a:cubicBezTo>
                <a:cubicBezTo>
                  <a:pt x="274" y="62"/>
                  <a:pt x="257" y="0"/>
                  <a:pt x="177" y="0"/>
                </a:cubicBezTo>
                <a:cubicBezTo>
                  <a:pt x="88" y="0"/>
                  <a:pt x="70" y="62"/>
                  <a:pt x="70" y="89"/>
                </a:cubicBezTo>
                <a:cubicBezTo>
                  <a:pt x="70" y="106"/>
                  <a:pt x="79" y="133"/>
                  <a:pt x="79" y="133"/>
                </a:cubicBezTo>
                <a:cubicBezTo>
                  <a:pt x="79" y="133"/>
                  <a:pt x="70" y="133"/>
                  <a:pt x="70" y="151"/>
                </a:cubicBezTo>
                <a:cubicBezTo>
                  <a:pt x="70" y="195"/>
                  <a:pt x="88" y="177"/>
                  <a:pt x="97" y="195"/>
                </a:cubicBezTo>
                <a:cubicBezTo>
                  <a:pt x="106" y="239"/>
                  <a:pt x="123" y="230"/>
                  <a:pt x="123" y="257"/>
                </a:cubicBezTo>
                <a:cubicBezTo>
                  <a:pt x="123" y="292"/>
                  <a:pt x="97" y="310"/>
                  <a:pt x="35" y="336"/>
                </a:cubicBezTo>
                <a:cubicBezTo>
                  <a:pt x="35" y="336"/>
                  <a:pt x="17" y="336"/>
                  <a:pt x="0" y="345"/>
                </a:cubicBezTo>
                <a:cubicBezTo>
                  <a:pt x="0" y="443"/>
                  <a:pt x="0" y="443"/>
                  <a:pt x="0" y="443"/>
                </a:cubicBezTo>
                <a:cubicBezTo>
                  <a:pt x="398" y="443"/>
                  <a:pt x="398" y="443"/>
                  <a:pt x="398" y="443"/>
                </a:cubicBezTo>
                <a:cubicBezTo>
                  <a:pt x="398" y="443"/>
                  <a:pt x="398" y="408"/>
                  <a:pt x="398" y="399"/>
                </a:cubicBezTo>
                <a:cubicBezTo>
                  <a:pt x="398" y="381"/>
                  <a:pt x="372" y="354"/>
                  <a:pt x="310" y="336"/>
                </a:cubicBezTo>
                <a:close/>
                <a:moveTo>
                  <a:pt x="425" y="195"/>
                </a:moveTo>
                <a:lnTo>
                  <a:pt x="425" y="195"/>
                </a:lnTo>
                <a:cubicBezTo>
                  <a:pt x="425" y="124"/>
                  <a:pt x="425" y="124"/>
                  <a:pt x="425" y="124"/>
                </a:cubicBezTo>
                <a:cubicBezTo>
                  <a:pt x="372" y="124"/>
                  <a:pt x="372" y="124"/>
                  <a:pt x="372" y="124"/>
                </a:cubicBezTo>
                <a:cubicBezTo>
                  <a:pt x="372" y="195"/>
                  <a:pt x="372" y="195"/>
                  <a:pt x="372" y="195"/>
                </a:cubicBezTo>
                <a:cubicBezTo>
                  <a:pt x="301" y="195"/>
                  <a:pt x="301" y="195"/>
                  <a:pt x="301" y="195"/>
                </a:cubicBezTo>
                <a:cubicBezTo>
                  <a:pt x="301" y="248"/>
                  <a:pt x="301" y="248"/>
                  <a:pt x="301" y="248"/>
                </a:cubicBezTo>
                <a:cubicBezTo>
                  <a:pt x="372" y="248"/>
                  <a:pt x="372" y="248"/>
                  <a:pt x="372" y="248"/>
                </a:cubicBezTo>
                <a:cubicBezTo>
                  <a:pt x="372" y="319"/>
                  <a:pt x="372" y="319"/>
                  <a:pt x="372" y="319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25" y="248"/>
                  <a:pt x="425" y="248"/>
                  <a:pt x="425" y="248"/>
                </a:cubicBezTo>
                <a:cubicBezTo>
                  <a:pt x="496" y="248"/>
                  <a:pt x="496" y="248"/>
                  <a:pt x="496" y="248"/>
                </a:cubicBezTo>
                <a:cubicBezTo>
                  <a:pt x="496" y="195"/>
                  <a:pt x="496" y="195"/>
                  <a:pt x="496" y="195"/>
                </a:cubicBezTo>
                <a:lnTo>
                  <a:pt x="425" y="195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2" name="Freeform 9"/>
          <p:cNvSpPr>
            <a:spLocks noChangeArrowheads="1"/>
          </p:cNvSpPr>
          <p:nvPr/>
        </p:nvSpPr>
        <p:spPr bwMode="auto">
          <a:xfrm>
            <a:off x="6787001" y="2920369"/>
            <a:ext cx="294237" cy="289057"/>
          </a:xfrm>
          <a:custGeom>
            <a:avLst/>
            <a:gdLst>
              <a:gd name="T0" fmla="*/ 212 w 426"/>
              <a:gd name="T1" fmla="*/ 0 h 426"/>
              <a:gd name="T2" fmla="*/ 212 w 426"/>
              <a:gd name="T3" fmla="*/ 0 h 426"/>
              <a:gd name="T4" fmla="*/ 0 w 426"/>
              <a:gd name="T5" fmla="*/ 213 h 426"/>
              <a:gd name="T6" fmla="*/ 212 w 426"/>
              <a:gd name="T7" fmla="*/ 425 h 426"/>
              <a:gd name="T8" fmla="*/ 425 w 426"/>
              <a:gd name="T9" fmla="*/ 213 h 426"/>
              <a:gd name="T10" fmla="*/ 212 w 426"/>
              <a:gd name="T11" fmla="*/ 0 h 426"/>
              <a:gd name="T12" fmla="*/ 229 w 426"/>
              <a:gd name="T13" fmla="*/ 390 h 426"/>
              <a:gd name="T14" fmla="*/ 229 w 426"/>
              <a:gd name="T15" fmla="*/ 390 h 426"/>
              <a:gd name="T16" fmla="*/ 229 w 426"/>
              <a:gd name="T17" fmla="*/ 292 h 426"/>
              <a:gd name="T18" fmla="*/ 194 w 426"/>
              <a:gd name="T19" fmla="*/ 292 h 426"/>
              <a:gd name="T20" fmla="*/ 194 w 426"/>
              <a:gd name="T21" fmla="*/ 390 h 426"/>
              <a:gd name="T22" fmla="*/ 35 w 426"/>
              <a:gd name="T23" fmla="*/ 230 h 426"/>
              <a:gd name="T24" fmla="*/ 132 w 426"/>
              <a:gd name="T25" fmla="*/ 230 h 426"/>
              <a:gd name="T26" fmla="*/ 132 w 426"/>
              <a:gd name="T27" fmla="*/ 195 h 426"/>
              <a:gd name="T28" fmla="*/ 35 w 426"/>
              <a:gd name="T29" fmla="*/ 195 h 426"/>
              <a:gd name="T30" fmla="*/ 194 w 426"/>
              <a:gd name="T31" fmla="*/ 44 h 426"/>
              <a:gd name="T32" fmla="*/ 194 w 426"/>
              <a:gd name="T33" fmla="*/ 142 h 426"/>
              <a:gd name="T34" fmla="*/ 229 w 426"/>
              <a:gd name="T35" fmla="*/ 142 h 426"/>
              <a:gd name="T36" fmla="*/ 229 w 426"/>
              <a:gd name="T37" fmla="*/ 44 h 426"/>
              <a:gd name="T38" fmla="*/ 380 w 426"/>
              <a:gd name="T39" fmla="*/ 195 h 426"/>
              <a:gd name="T40" fmla="*/ 292 w 426"/>
              <a:gd name="T41" fmla="*/ 195 h 426"/>
              <a:gd name="T42" fmla="*/ 292 w 426"/>
              <a:gd name="T43" fmla="*/ 230 h 426"/>
              <a:gd name="T44" fmla="*/ 380 w 426"/>
              <a:gd name="T45" fmla="*/ 230 h 426"/>
              <a:gd name="T46" fmla="*/ 229 w 426"/>
              <a:gd name="T47" fmla="*/ 390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26" h="426">
                <a:moveTo>
                  <a:pt x="212" y="0"/>
                </a:moveTo>
                <a:lnTo>
                  <a:pt x="212" y="0"/>
                </a:lnTo>
                <a:cubicBezTo>
                  <a:pt x="97" y="0"/>
                  <a:pt x="0" y="97"/>
                  <a:pt x="0" y="213"/>
                </a:cubicBezTo>
                <a:cubicBezTo>
                  <a:pt x="0" y="336"/>
                  <a:pt x="97" y="425"/>
                  <a:pt x="212" y="425"/>
                </a:cubicBezTo>
                <a:cubicBezTo>
                  <a:pt x="327" y="425"/>
                  <a:pt x="425" y="336"/>
                  <a:pt x="425" y="213"/>
                </a:cubicBezTo>
                <a:cubicBezTo>
                  <a:pt x="425" y="97"/>
                  <a:pt x="327" y="0"/>
                  <a:pt x="212" y="0"/>
                </a:cubicBezTo>
                <a:close/>
                <a:moveTo>
                  <a:pt x="229" y="390"/>
                </a:moveTo>
                <a:lnTo>
                  <a:pt x="229" y="390"/>
                </a:lnTo>
                <a:cubicBezTo>
                  <a:pt x="229" y="292"/>
                  <a:pt x="229" y="292"/>
                  <a:pt x="229" y="292"/>
                </a:cubicBezTo>
                <a:cubicBezTo>
                  <a:pt x="194" y="292"/>
                  <a:pt x="194" y="292"/>
                  <a:pt x="194" y="292"/>
                </a:cubicBezTo>
                <a:cubicBezTo>
                  <a:pt x="194" y="390"/>
                  <a:pt x="194" y="390"/>
                  <a:pt x="194" y="390"/>
                </a:cubicBezTo>
                <a:cubicBezTo>
                  <a:pt x="114" y="380"/>
                  <a:pt x="44" y="310"/>
                  <a:pt x="35" y="230"/>
                </a:cubicBezTo>
                <a:cubicBezTo>
                  <a:pt x="132" y="230"/>
                  <a:pt x="132" y="230"/>
                  <a:pt x="132" y="230"/>
                </a:cubicBezTo>
                <a:cubicBezTo>
                  <a:pt x="132" y="195"/>
                  <a:pt x="132" y="195"/>
                  <a:pt x="132" y="195"/>
                </a:cubicBezTo>
                <a:cubicBezTo>
                  <a:pt x="35" y="195"/>
                  <a:pt x="35" y="195"/>
                  <a:pt x="35" y="195"/>
                </a:cubicBezTo>
                <a:cubicBezTo>
                  <a:pt x="44" y="115"/>
                  <a:pt x="114" y="53"/>
                  <a:pt x="194" y="44"/>
                </a:cubicBezTo>
                <a:cubicBezTo>
                  <a:pt x="194" y="142"/>
                  <a:pt x="194" y="142"/>
                  <a:pt x="194" y="142"/>
                </a:cubicBezTo>
                <a:cubicBezTo>
                  <a:pt x="229" y="142"/>
                  <a:pt x="229" y="142"/>
                  <a:pt x="229" y="142"/>
                </a:cubicBezTo>
                <a:cubicBezTo>
                  <a:pt x="229" y="44"/>
                  <a:pt x="229" y="44"/>
                  <a:pt x="229" y="44"/>
                </a:cubicBezTo>
                <a:cubicBezTo>
                  <a:pt x="310" y="53"/>
                  <a:pt x="380" y="115"/>
                  <a:pt x="380" y="195"/>
                </a:cubicBezTo>
                <a:cubicBezTo>
                  <a:pt x="292" y="195"/>
                  <a:pt x="292" y="195"/>
                  <a:pt x="292" y="195"/>
                </a:cubicBezTo>
                <a:cubicBezTo>
                  <a:pt x="292" y="230"/>
                  <a:pt x="292" y="230"/>
                  <a:pt x="292" y="230"/>
                </a:cubicBezTo>
                <a:cubicBezTo>
                  <a:pt x="380" y="230"/>
                  <a:pt x="380" y="230"/>
                  <a:pt x="380" y="230"/>
                </a:cubicBezTo>
                <a:cubicBezTo>
                  <a:pt x="380" y="310"/>
                  <a:pt x="310" y="380"/>
                  <a:pt x="229" y="390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3" name="Freeform 12"/>
          <p:cNvSpPr>
            <a:spLocks noChangeArrowheads="1"/>
          </p:cNvSpPr>
          <p:nvPr/>
        </p:nvSpPr>
        <p:spPr bwMode="auto">
          <a:xfrm>
            <a:off x="3339312" y="3618773"/>
            <a:ext cx="318909" cy="314192"/>
          </a:xfrm>
          <a:custGeom>
            <a:avLst/>
            <a:gdLst>
              <a:gd name="T0" fmla="*/ 230 w 462"/>
              <a:gd name="T1" fmla="*/ 9 h 461"/>
              <a:gd name="T2" fmla="*/ 230 w 462"/>
              <a:gd name="T3" fmla="*/ 9 h 461"/>
              <a:gd name="T4" fmla="*/ 0 w 462"/>
              <a:gd name="T5" fmla="*/ 239 h 461"/>
              <a:gd name="T6" fmla="*/ 230 w 462"/>
              <a:gd name="T7" fmla="*/ 460 h 461"/>
              <a:gd name="T8" fmla="*/ 461 w 462"/>
              <a:gd name="T9" fmla="*/ 230 h 461"/>
              <a:gd name="T10" fmla="*/ 230 w 462"/>
              <a:gd name="T11" fmla="*/ 9 h 461"/>
              <a:gd name="T12" fmla="*/ 248 w 462"/>
              <a:gd name="T13" fmla="*/ 79 h 461"/>
              <a:gd name="T14" fmla="*/ 248 w 462"/>
              <a:gd name="T15" fmla="*/ 79 h 461"/>
              <a:gd name="T16" fmla="*/ 283 w 462"/>
              <a:gd name="T17" fmla="*/ 106 h 461"/>
              <a:gd name="T18" fmla="*/ 239 w 462"/>
              <a:gd name="T19" fmla="*/ 150 h 461"/>
              <a:gd name="T20" fmla="*/ 213 w 462"/>
              <a:gd name="T21" fmla="*/ 115 h 461"/>
              <a:gd name="T22" fmla="*/ 248 w 462"/>
              <a:gd name="T23" fmla="*/ 79 h 461"/>
              <a:gd name="T24" fmla="*/ 195 w 462"/>
              <a:gd name="T25" fmla="*/ 372 h 461"/>
              <a:gd name="T26" fmla="*/ 195 w 462"/>
              <a:gd name="T27" fmla="*/ 372 h 461"/>
              <a:gd name="T28" fmla="*/ 177 w 462"/>
              <a:gd name="T29" fmla="*/ 327 h 461"/>
              <a:gd name="T30" fmla="*/ 195 w 462"/>
              <a:gd name="T31" fmla="*/ 248 h 461"/>
              <a:gd name="T32" fmla="*/ 195 w 462"/>
              <a:gd name="T33" fmla="*/ 230 h 461"/>
              <a:gd name="T34" fmla="*/ 160 w 462"/>
              <a:gd name="T35" fmla="*/ 248 h 461"/>
              <a:gd name="T36" fmla="*/ 151 w 462"/>
              <a:gd name="T37" fmla="*/ 239 h 461"/>
              <a:gd name="T38" fmla="*/ 248 w 462"/>
              <a:gd name="T39" fmla="*/ 185 h 461"/>
              <a:gd name="T40" fmla="*/ 266 w 462"/>
              <a:gd name="T41" fmla="*/ 230 h 461"/>
              <a:gd name="T42" fmla="*/ 239 w 462"/>
              <a:gd name="T43" fmla="*/ 310 h 461"/>
              <a:gd name="T44" fmla="*/ 239 w 462"/>
              <a:gd name="T45" fmla="*/ 327 h 461"/>
              <a:gd name="T46" fmla="*/ 275 w 462"/>
              <a:gd name="T47" fmla="*/ 310 h 461"/>
              <a:gd name="T48" fmla="*/ 283 w 462"/>
              <a:gd name="T49" fmla="*/ 327 h 461"/>
              <a:gd name="T50" fmla="*/ 195 w 462"/>
              <a:gd name="T51" fmla="*/ 372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62" h="461">
                <a:moveTo>
                  <a:pt x="230" y="9"/>
                </a:moveTo>
                <a:lnTo>
                  <a:pt x="230" y="9"/>
                </a:lnTo>
                <a:cubicBezTo>
                  <a:pt x="98" y="9"/>
                  <a:pt x="0" y="106"/>
                  <a:pt x="0" y="239"/>
                </a:cubicBezTo>
                <a:cubicBezTo>
                  <a:pt x="0" y="363"/>
                  <a:pt x="107" y="460"/>
                  <a:pt x="230" y="460"/>
                </a:cubicBezTo>
                <a:cubicBezTo>
                  <a:pt x="363" y="460"/>
                  <a:pt x="461" y="354"/>
                  <a:pt x="461" y="230"/>
                </a:cubicBezTo>
                <a:cubicBezTo>
                  <a:pt x="461" y="106"/>
                  <a:pt x="355" y="0"/>
                  <a:pt x="230" y="9"/>
                </a:cubicBezTo>
                <a:close/>
                <a:moveTo>
                  <a:pt x="248" y="79"/>
                </a:moveTo>
                <a:lnTo>
                  <a:pt x="248" y="79"/>
                </a:lnTo>
                <a:cubicBezTo>
                  <a:pt x="275" y="79"/>
                  <a:pt x="283" y="97"/>
                  <a:pt x="283" y="106"/>
                </a:cubicBezTo>
                <a:cubicBezTo>
                  <a:pt x="283" y="132"/>
                  <a:pt x="266" y="150"/>
                  <a:pt x="239" y="150"/>
                </a:cubicBezTo>
                <a:cubicBezTo>
                  <a:pt x="222" y="150"/>
                  <a:pt x="213" y="132"/>
                  <a:pt x="213" y="115"/>
                </a:cubicBezTo>
                <a:cubicBezTo>
                  <a:pt x="213" y="106"/>
                  <a:pt x="222" y="79"/>
                  <a:pt x="248" y="79"/>
                </a:cubicBezTo>
                <a:close/>
                <a:moveTo>
                  <a:pt x="195" y="372"/>
                </a:moveTo>
                <a:lnTo>
                  <a:pt x="195" y="372"/>
                </a:lnTo>
                <a:cubicBezTo>
                  <a:pt x="177" y="372"/>
                  <a:pt x="169" y="363"/>
                  <a:pt x="177" y="327"/>
                </a:cubicBezTo>
                <a:cubicBezTo>
                  <a:pt x="195" y="248"/>
                  <a:pt x="195" y="248"/>
                  <a:pt x="195" y="248"/>
                </a:cubicBezTo>
                <a:cubicBezTo>
                  <a:pt x="195" y="239"/>
                  <a:pt x="195" y="230"/>
                  <a:pt x="195" y="230"/>
                </a:cubicBezTo>
                <a:cubicBezTo>
                  <a:pt x="186" y="230"/>
                  <a:pt x="169" y="239"/>
                  <a:pt x="160" y="248"/>
                </a:cubicBezTo>
                <a:cubicBezTo>
                  <a:pt x="151" y="239"/>
                  <a:pt x="151" y="239"/>
                  <a:pt x="151" y="239"/>
                </a:cubicBezTo>
                <a:cubicBezTo>
                  <a:pt x="186" y="204"/>
                  <a:pt x="230" y="185"/>
                  <a:pt x="248" y="185"/>
                </a:cubicBezTo>
                <a:cubicBezTo>
                  <a:pt x="266" y="185"/>
                  <a:pt x="266" y="204"/>
                  <a:pt x="266" y="230"/>
                </a:cubicBezTo>
                <a:cubicBezTo>
                  <a:pt x="239" y="310"/>
                  <a:pt x="239" y="310"/>
                  <a:pt x="239" y="310"/>
                </a:cubicBezTo>
                <a:cubicBezTo>
                  <a:pt x="239" y="327"/>
                  <a:pt x="239" y="327"/>
                  <a:pt x="239" y="327"/>
                </a:cubicBezTo>
                <a:cubicBezTo>
                  <a:pt x="248" y="327"/>
                  <a:pt x="266" y="327"/>
                  <a:pt x="275" y="310"/>
                </a:cubicBezTo>
                <a:cubicBezTo>
                  <a:pt x="283" y="327"/>
                  <a:pt x="283" y="327"/>
                  <a:pt x="283" y="327"/>
                </a:cubicBezTo>
                <a:cubicBezTo>
                  <a:pt x="248" y="363"/>
                  <a:pt x="213" y="372"/>
                  <a:pt x="195" y="372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4" name="Freeform 13"/>
          <p:cNvSpPr>
            <a:spLocks noChangeArrowheads="1"/>
          </p:cNvSpPr>
          <p:nvPr/>
        </p:nvSpPr>
        <p:spPr bwMode="auto">
          <a:xfrm>
            <a:off x="3385914" y="2857531"/>
            <a:ext cx="160825" cy="335737"/>
          </a:xfrm>
          <a:custGeom>
            <a:avLst/>
            <a:gdLst>
              <a:gd name="T0" fmla="*/ 178 w 232"/>
              <a:gd name="T1" fmla="*/ 0 h 498"/>
              <a:gd name="T2" fmla="*/ 178 w 232"/>
              <a:gd name="T3" fmla="*/ 0 h 498"/>
              <a:gd name="T4" fmla="*/ 222 w 232"/>
              <a:gd name="T5" fmla="*/ 53 h 498"/>
              <a:gd name="T6" fmla="*/ 160 w 232"/>
              <a:gd name="T7" fmla="*/ 115 h 498"/>
              <a:gd name="T8" fmla="*/ 107 w 232"/>
              <a:gd name="T9" fmla="*/ 62 h 498"/>
              <a:gd name="T10" fmla="*/ 178 w 232"/>
              <a:gd name="T11" fmla="*/ 0 h 498"/>
              <a:gd name="T12" fmla="*/ 72 w 232"/>
              <a:gd name="T13" fmla="*/ 497 h 498"/>
              <a:gd name="T14" fmla="*/ 72 w 232"/>
              <a:gd name="T15" fmla="*/ 497 h 498"/>
              <a:gd name="T16" fmla="*/ 45 w 232"/>
              <a:gd name="T17" fmla="*/ 407 h 498"/>
              <a:gd name="T18" fmla="*/ 81 w 232"/>
              <a:gd name="T19" fmla="*/ 284 h 498"/>
              <a:gd name="T20" fmla="*/ 81 w 232"/>
              <a:gd name="T21" fmla="*/ 257 h 498"/>
              <a:gd name="T22" fmla="*/ 19 w 232"/>
              <a:gd name="T23" fmla="*/ 284 h 498"/>
              <a:gd name="T24" fmla="*/ 0 w 232"/>
              <a:gd name="T25" fmla="*/ 266 h 498"/>
              <a:gd name="T26" fmla="*/ 169 w 232"/>
              <a:gd name="T27" fmla="*/ 178 h 498"/>
              <a:gd name="T28" fmla="*/ 187 w 232"/>
              <a:gd name="T29" fmla="*/ 257 h 498"/>
              <a:gd name="T30" fmla="*/ 151 w 232"/>
              <a:gd name="T31" fmla="*/ 390 h 498"/>
              <a:gd name="T32" fmla="*/ 160 w 232"/>
              <a:gd name="T33" fmla="*/ 425 h 498"/>
              <a:gd name="T34" fmla="*/ 213 w 232"/>
              <a:gd name="T35" fmla="*/ 390 h 498"/>
              <a:gd name="T36" fmla="*/ 231 w 232"/>
              <a:gd name="T37" fmla="*/ 407 h 498"/>
              <a:gd name="T38" fmla="*/ 72 w 232"/>
              <a:gd name="T39" fmla="*/ 497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2" h="498">
                <a:moveTo>
                  <a:pt x="178" y="0"/>
                </a:moveTo>
                <a:lnTo>
                  <a:pt x="178" y="0"/>
                </a:lnTo>
                <a:cubicBezTo>
                  <a:pt x="213" y="0"/>
                  <a:pt x="222" y="27"/>
                  <a:pt x="222" y="53"/>
                </a:cubicBezTo>
                <a:cubicBezTo>
                  <a:pt x="222" y="80"/>
                  <a:pt x="196" y="115"/>
                  <a:pt x="160" y="115"/>
                </a:cubicBezTo>
                <a:cubicBezTo>
                  <a:pt x="125" y="115"/>
                  <a:pt x="107" y="97"/>
                  <a:pt x="107" y="62"/>
                </a:cubicBezTo>
                <a:cubicBezTo>
                  <a:pt x="107" y="35"/>
                  <a:pt x="134" y="0"/>
                  <a:pt x="178" y="0"/>
                </a:cubicBezTo>
                <a:close/>
                <a:moveTo>
                  <a:pt x="72" y="497"/>
                </a:moveTo>
                <a:lnTo>
                  <a:pt x="72" y="497"/>
                </a:lnTo>
                <a:cubicBezTo>
                  <a:pt x="45" y="497"/>
                  <a:pt x="28" y="478"/>
                  <a:pt x="45" y="407"/>
                </a:cubicBezTo>
                <a:cubicBezTo>
                  <a:pt x="81" y="284"/>
                  <a:pt x="81" y="284"/>
                  <a:pt x="81" y="284"/>
                </a:cubicBezTo>
                <a:cubicBezTo>
                  <a:pt x="81" y="266"/>
                  <a:pt x="81" y="257"/>
                  <a:pt x="81" y="257"/>
                </a:cubicBezTo>
                <a:cubicBezTo>
                  <a:pt x="72" y="257"/>
                  <a:pt x="37" y="275"/>
                  <a:pt x="19" y="284"/>
                </a:cubicBezTo>
                <a:cubicBezTo>
                  <a:pt x="0" y="266"/>
                  <a:pt x="0" y="266"/>
                  <a:pt x="0" y="266"/>
                </a:cubicBezTo>
                <a:cubicBezTo>
                  <a:pt x="63" y="213"/>
                  <a:pt x="143" y="178"/>
                  <a:pt x="169" y="178"/>
                </a:cubicBezTo>
                <a:cubicBezTo>
                  <a:pt x="196" y="178"/>
                  <a:pt x="205" y="213"/>
                  <a:pt x="187" y="257"/>
                </a:cubicBezTo>
                <a:cubicBezTo>
                  <a:pt x="151" y="390"/>
                  <a:pt x="151" y="390"/>
                  <a:pt x="151" y="390"/>
                </a:cubicBezTo>
                <a:cubicBezTo>
                  <a:pt x="151" y="416"/>
                  <a:pt x="151" y="425"/>
                  <a:pt x="160" y="425"/>
                </a:cubicBezTo>
                <a:cubicBezTo>
                  <a:pt x="160" y="425"/>
                  <a:pt x="187" y="407"/>
                  <a:pt x="213" y="390"/>
                </a:cubicBezTo>
                <a:cubicBezTo>
                  <a:pt x="231" y="407"/>
                  <a:pt x="231" y="407"/>
                  <a:pt x="231" y="407"/>
                </a:cubicBezTo>
                <a:cubicBezTo>
                  <a:pt x="169" y="478"/>
                  <a:pt x="98" y="497"/>
                  <a:pt x="72" y="497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5" name="Freeform 17"/>
          <p:cNvSpPr>
            <a:spLocks noChangeArrowheads="1"/>
          </p:cNvSpPr>
          <p:nvPr/>
        </p:nvSpPr>
        <p:spPr bwMode="auto">
          <a:xfrm>
            <a:off x="6097098" y="3585558"/>
            <a:ext cx="318909" cy="313294"/>
          </a:xfrm>
          <a:custGeom>
            <a:avLst/>
            <a:gdLst>
              <a:gd name="T0" fmla="*/ 231 w 461"/>
              <a:gd name="T1" fmla="*/ 9 h 461"/>
              <a:gd name="T2" fmla="*/ 231 w 461"/>
              <a:gd name="T3" fmla="*/ 9 h 461"/>
              <a:gd name="T4" fmla="*/ 0 w 461"/>
              <a:gd name="T5" fmla="*/ 239 h 461"/>
              <a:gd name="T6" fmla="*/ 231 w 461"/>
              <a:gd name="T7" fmla="*/ 460 h 461"/>
              <a:gd name="T8" fmla="*/ 460 w 461"/>
              <a:gd name="T9" fmla="*/ 230 h 461"/>
              <a:gd name="T10" fmla="*/ 231 w 461"/>
              <a:gd name="T11" fmla="*/ 9 h 461"/>
              <a:gd name="T12" fmla="*/ 231 w 461"/>
              <a:gd name="T13" fmla="*/ 372 h 461"/>
              <a:gd name="T14" fmla="*/ 231 w 461"/>
              <a:gd name="T15" fmla="*/ 372 h 461"/>
              <a:gd name="T16" fmla="*/ 221 w 461"/>
              <a:gd name="T17" fmla="*/ 372 h 461"/>
              <a:gd name="T18" fmla="*/ 195 w 461"/>
              <a:gd name="T19" fmla="*/ 336 h 461"/>
              <a:gd name="T20" fmla="*/ 231 w 461"/>
              <a:gd name="T21" fmla="*/ 301 h 461"/>
              <a:gd name="T22" fmla="*/ 231 w 461"/>
              <a:gd name="T23" fmla="*/ 301 h 461"/>
              <a:gd name="T24" fmla="*/ 257 w 461"/>
              <a:gd name="T25" fmla="*/ 336 h 461"/>
              <a:gd name="T26" fmla="*/ 231 w 461"/>
              <a:gd name="T27" fmla="*/ 372 h 461"/>
              <a:gd name="T28" fmla="*/ 310 w 461"/>
              <a:gd name="T29" fmla="*/ 213 h 461"/>
              <a:gd name="T30" fmla="*/ 310 w 461"/>
              <a:gd name="T31" fmla="*/ 213 h 461"/>
              <a:gd name="T32" fmla="*/ 284 w 461"/>
              <a:gd name="T33" fmla="*/ 230 h 461"/>
              <a:gd name="T34" fmla="*/ 266 w 461"/>
              <a:gd name="T35" fmla="*/ 248 h 461"/>
              <a:gd name="T36" fmla="*/ 257 w 461"/>
              <a:gd name="T37" fmla="*/ 257 h 461"/>
              <a:gd name="T38" fmla="*/ 248 w 461"/>
              <a:gd name="T39" fmla="*/ 274 h 461"/>
              <a:gd name="T40" fmla="*/ 248 w 461"/>
              <a:gd name="T41" fmla="*/ 274 h 461"/>
              <a:gd name="T42" fmla="*/ 195 w 461"/>
              <a:gd name="T43" fmla="*/ 274 h 461"/>
              <a:gd name="T44" fmla="*/ 195 w 461"/>
              <a:gd name="T45" fmla="*/ 274 h 461"/>
              <a:gd name="T46" fmla="*/ 204 w 461"/>
              <a:gd name="T47" fmla="*/ 230 h 461"/>
              <a:gd name="T48" fmla="*/ 248 w 461"/>
              <a:gd name="T49" fmla="*/ 204 h 461"/>
              <a:gd name="T50" fmla="*/ 257 w 461"/>
              <a:gd name="T51" fmla="*/ 195 h 461"/>
              <a:gd name="T52" fmla="*/ 266 w 461"/>
              <a:gd name="T53" fmla="*/ 176 h 461"/>
              <a:gd name="T54" fmla="*/ 257 w 461"/>
              <a:gd name="T55" fmla="*/ 150 h 461"/>
              <a:gd name="T56" fmla="*/ 231 w 461"/>
              <a:gd name="T57" fmla="*/ 141 h 461"/>
              <a:gd name="T58" fmla="*/ 204 w 461"/>
              <a:gd name="T59" fmla="*/ 150 h 461"/>
              <a:gd name="T60" fmla="*/ 195 w 461"/>
              <a:gd name="T61" fmla="*/ 176 h 461"/>
              <a:gd name="T62" fmla="*/ 195 w 461"/>
              <a:gd name="T63" fmla="*/ 185 h 461"/>
              <a:gd name="T64" fmla="*/ 142 w 461"/>
              <a:gd name="T65" fmla="*/ 185 h 461"/>
              <a:gd name="T66" fmla="*/ 142 w 461"/>
              <a:gd name="T67" fmla="*/ 176 h 461"/>
              <a:gd name="T68" fmla="*/ 177 w 461"/>
              <a:gd name="T69" fmla="*/ 106 h 461"/>
              <a:gd name="T70" fmla="*/ 231 w 461"/>
              <a:gd name="T71" fmla="*/ 97 h 461"/>
              <a:gd name="T72" fmla="*/ 293 w 461"/>
              <a:gd name="T73" fmla="*/ 115 h 461"/>
              <a:gd name="T74" fmla="*/ 319 w 461"/>
              <a:gd name="T75" fmla="*/ 168 h 461"/>
              <a:gd name="T76" fmla="*/ 310 w 461"/>
              <a:gd name="T77" fmla="*/ 213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461" h="461">
                <a:moveTo>
                  <a:pt x="231" y="9"/>
                </a:moveTo>
                <a:lnTo>
                  <a:pt x="231" y="9"/>
                </a:lnTo>
                <a:cubicBezTo>
                  <a:pt x="97" y="9"/>
                  <a:pt x="0" y="106"/>
                  <a:pt x="0" y="239"/>
                </a:cubicBezTo>
                <a:cubicBezTo>
                  <a:pt x="0" y="363"/>
                  <a:pt x="106" y="460"/>
                  <a:pt x="231" y="460"/>
                </a:cubicBezTo>
                <a:cubicBezTo>
                  <a:pt x="363" y="460"/>
                  <a:pt x="460" y="354"/>
                  <a:pt x="460" y="230"/>
                </a:cubicBezTo>
                <a:cubicBezTo>
                  <a:pt x="460" y="106"/>
                  <a:pt x="354" y="0"/>
                  <a:pt x="231" y="9"/>
                </a:cubicBezTo>
                <a:close/>
                <a:moveTo>
                  <a:pt x="231" y="372"/>
                </a:moveTo>
                <a:lnTo>
                  <a:pt x="231" y="372"/>
                </a:lnTo>
                <a:cubicBezTo>
                  <a:pt x="221" y="372"/>
                  <a:pt x="221" y="372"/>
                  <a:pt x="221" y="372"/>
                </a:cubicBezTo>
                <a:cubicBezTo>
                  <a:pt x="204" y="372"/>
                  <a:pt x="195" y="354"/>
                  <a:pt x="195" y="336"/>
                </a:cubicBezTo>
                <a:cubicBezTo>
                  <a:pt x="195" y="319"/>
                  <a:pt x="204" y="301"/>
                  <a:pt x="231" y="301"/>
                </a:cubicBezTo>
                <a:lnTo>
                  <a:pt x="231" y="301"/>
                </a:lnTo>
                <a:cubicBezTo>
                  <a:pt x="248" y="310"/>
                  <a:pt x="257" y="319"/>
                  <a:pt x="257" y="336"/>
                </a:cubicBezTo>
                <a:cubicBezTo>
                  <a:pt x="257" y="363"/>
                  <a:pt x="248" y="372"/>
                  <a:pt x="231" y="372"/>
                </a:cubicBezTo>
                <a:close/>
                <a:moveTo>
                  <a:pt x="310" y="213"/>
                </a:moveTo>
                <a:lnTo>
                  <a:pt x="310" y="213"/>
                </a:lnTo>
                <a:cubicBezTo>
                  <a:pt x="301" y="213"/>
                  <a:pt x="293" y="221"/>
                  <a:pt x="284" y="230"/>
                </a:cubicBezTo>
                <a:cubicBezTo>
                  <a:pt x="266" y="248"/>
                  <a:pt x="266" y="248"/>
                  <a:pt x="266" y="248"/>
                </a:cubicBezTo>
                <a:cubicBezTo>
                  <a:pt x="257" y="248"/>
                  <a:pt x="257" y="257"/>
                  <a:pt x="257" y="257"/>
                </a:cubicBezTo>
                <a:cubicBezTo>
                  <a:pt x="248" y="266"/>
                  <a:pt x="248" y="266"/>
                  <a:pt x="248" y="274"/>
                </a:cubicBezTo>
                <a:lnTo>
                  <a:pt x="248" y="274"/>
                </a:lnTo>
                <a:cubicBezTo>
                  <a:pt x="195" y="274"/>
                  <a:pt x="195" y="274"/>
                  <a:pt x="195" y="274"/>
                </a:cubicBezTo>
                <a:lnTo>
                  <a:pt x="195" y="274"/>
                </a:lnTo>
                <a:cubicBezTo>
                  <a:pt x="195" y="257"/>
                  <a:pt x="195" y="248"/>
                  <a:pt x="204" y="230"/>
                </a:cubicBezTo>
                <a:cubicBezTo>
                  <a:pt x="221" y="221"/>
                  <a:pt x="248" y="204"/>
                  <a:pt x="248" y="204"/>
                </a:cubicBezTo>
                <a:lnTo>
                  <a:pt x="257" y="195"/>
                </a:lnTo>
                <a:cubicBezTo>
                  <a:pt x="257" y="185"/>
                  <a:pt x="266" y="176"/>
                  <a:pt x="266" y="176"/>
                </a:cubicBezTo>
                <a:cubicBezTo>
                  <a:pt x="266" y="168"/>
                  <a:pt x="257" y="160"/>
                  <a:pt x="257" y="150"/>
                </a:cubicBezTo>
                <a:cubicBezTo>
                  <a:pt x="248" y="141"/>
                  <a:pt x="240" y="141"/>
                  <a:pt x="231" y="141"/>
                </a:cubicBezTo>
                <a:cubicBezTo>
                  <a:pt x="221" y="141"/>
                  <a:pt x="213" y="141"/>
                  <a:pt x="204" y="150"/>
                </a:cubicBezTo>
                <a:cubicBezTo>
                  <a:pt x="195" y="160"/>
                  <a:pt x="195" y="168"/>
                  <a:pt x="195" y="176"/>
                </a:cubicBezTo>
                <a:cubicBezTo>
                  <a:pt x="195" y="185"/>
                  <a:pt x="195" y="185"/>
                  <a:pt x="195" y="185"/>
                </a:cubicBezTo>
                <a:cubicBezTo>
                  <a:pt x="142" y="185"/>
                  <a:pt x="142" y="185"/>
                  <a:pt x="142" y="185"/>
                </a:cubicBezTo>
                <a:cubicBezTo>
                  <a:pt x="142" y="176"/>
                  <a:pt x="142" y="176"/>
                  <a:pt x="142" y="176"/>
                </a:cubicBezTo>
                <a:cubicBezTo>
                  <a:pt x="142" y="141"/>
                  <a:pt x="150" y="123"/>
                  <a:pt x="177" y="106"/>
                </a:cubicBezTo>
                <a:cubicBezTo>
                  <a:pt x="186" y="97"/>
                  <a:pt x="204" y="97"/>
                  <a:pt x="231" y="97"/>
                </a:cubicBezTo>
                <a:cubicBezTo>
                  <a:pt x="257" y="97"/>
                  <a:pt x="275" y="97"/>
                  <a:pt x="293" y="115"/>
                </a:cubicBezTo>
                <a:cubicBezTo>
                  <a:pt x="310" y="123"/>
                  <a:pt x="319" y="141"/>
                  <a:pt x="319" y="168"/>
                </a:cubicBezTo>
                <a:cubicBezTo>
                  <a:pt x="319" y="185"/>
                  <a:pt x="319" y="195"/>
                  <a:pt x="310" y="213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6" name="Freeform 20"/>
          <p:cNvSpPr>
            <a:spLocks noChangeArrowheads="1"/>
          </p:cNvSpPr>
          <p:nvPr/>
        </p:nvSpPr>
        <p:spPr bwMode="auto">
          <a:xfrm>
            <a:off x="4036525" y="4239078"/>
            <a:ext cx="343581" cy="342021"/>
          </a:xfrm>
          <a:custGeom>
            <a:avLst/>
            <a:gdLst>
              <a:gd name="T0" fmla="*/ 469 w 497"/>
              <a:gd name="T1" fmla="*/ 8 h 505"/>
              <a:gd name="T2" fmla="*/ 469 w 497"/>
              <a:gd name="T3" fmla="*/ 8 h 505"/>
              <a:gd name="T4" fmla="*/ 452 w 497"/>
              <a:gd name="T5" fmla="*/ 0 h 505"/>
              <a:gd name="T6" fmla="*/ 443 w 497"/>
              <a:gd name="T7" fmla="*/ 17 h 505"/>
              <a:gd name="T8" fmla="*/ 381 w 497"/>
              <a:gd name="T9" fmla="*/ 168 h 505"/>
              <a:gd name="T10" fmla="*/ 372 w 497"/>
              <a:gd name="T11" fmla="*/ 141 h 505"/>
              <a:gd name="T12" fmla="*/ 346 w 497"/>
              <a:gd name="T13" fmla="*/ 132 h 505"/>
              <a:gd name="T14" fmla="*/ 265 w 497"/>
              <a:gd name="T15" fmla="*/ 132 h 505"/>
              <a:gd name="T16" fmla="*/ 240 w 497"/>
              <a:gd name="T17" fmla="*/ 141 h 505"/>
              <a:gd name="T18" fmla="*/ 9 w 497"/>
              <a:gd name="T19" fmla="*/ 300 h 505"/>
              <a:gd name="T20" fmla="*/ 9 w 497"/>
              <a:gd name="T21" fmla="*/ 336 h 505"/>
              <a:gd name="T22" fmla="*/ 106 w 497"/>
              <a:gd name="T23" fmla="*/ 486 h 505"/>
              <a:gd name="T24" fmla="*/ 142 w 497"/>
              <a:gd name="T25" fmla="*/ 495 h 505"/>
              <a:gd name="T26" fmla="*/ 372 w 497"/>
              <a:gd name="T27" fmla="*/ 327 h 505"/>
              <a:gd name="T28" fmla="*/ 390 w 497"/>
              <a:gd name="T29" fmla="*/ 309 h 505"/>
              <a:gd name="T30" fmla="*/ 416 w 497"/>
              <a:gd name="T31" fmla="*/ 229 h 505"/>
              <a:gd name="T32" fmla="*/ 408 w 497"/>
              <a:gd name="T33" fmla="*/ 203 h 505"/>
              <a:gd name="T34" fmla="*/ 399 w 497"/>
              <a:gd name="T35" fmla="*/ 185 h 505"/>
              <a:gd name="T36" fmla="*/ 469 w 497"/>
              <a:gd name="T37" fmla="*/ 8 h 505"/>
              <a:gd name="T38" fmla="*/ 363 w 497"/>
              <a:gd name="T39" fmla="*/ 247 h 505"/>
              <a:gd name="T40" fmla="*/ 363 w 497"/>
              <a:gd name="T41" fmla="*/ 247 h 505"/>
              <a:gd name="T42" fmla="*/ 310 w 497"/>
              <a:gd name="T43" fmla="*/ 229 h 505"/>
              <a:gd name="T44" fmla="*/ 319 w 497"/>
              <a:gd name="T45" fmla="*/ 176 h 505"/>
              <a:gd name="T46" fmla="*/ 363 w 497"/>
              <a:gd name="T47" fmla="*/ 176 h 505"/>
              <a:gd name="T48" fmla="*/ 355 w 497"/>
              <a:gd name="T49" fmla="*/ 185 h 505"/>
              <a:gd name="T50" fmla="*/ 346 w 497"/>
              <a:gd name="T51" fmla="*/ 203 h 505"/>
              <a:gd name="T52" fmla="*/ 355 w 497"/>
              <a:gd name="T53" fmla="*/ 212 h 505"/>
              <a:gd name="T54" fmla="*/ 363 w 497"/>
              <a:gd name="T55" fmla="*/ 212 h 505"/>
              <a:gd name="T56" fmla="*/ 381 w 497"/>
              <a:gd name="T57" fmla="*/ 203 h 505"/>
              <a:gd name="T58" fmla="*/ 363 w 497"/>
              <a:gd name="T59" fmla="*/ 247 h 5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97" h="505">
                <a:moveTo>
                  <a:pt x="469" y="8"/>
                </a:moveTo>
                <a:lnTo>
                  <a:pt x="469" y="8"/>
                </a:lnTo>
                <a:cubicBezTo>
                  <a:pt x="469" y="8"/>
                  <a:pt x="461" y="0"/>
                  <a:pt x="452" y="0"/>
                </a:cubicBezTo>
                <a:cubicBezTo>
                  <a:pt x="443" y="8"/>
                  <a:pt x="443" y="17"/>
                  <a:pt x="443" y="17"/>
                </a:cubicBezTo>
                <a:cubicBezTo>
                  <a:pt x="461" y="88"/>
                  <a:pt x="416" y="141"/>
                  <a:pt x="381" y="168"/>
                </a:cubicBezTo>
                <a:cubicBezTo>
                  <a:pt x="372" y="141"/>
                  <a:pt x="372" y="141"/>
                  <a:pt x="372" y="141"/>
                </a:cubicBezTo>
                <a:cubicBezTo>
                  <a:pt x="363" y="141"/>
                  <a:pt x="355" y="132"/>
                  <a:pt x="346" y="132"/>
                </a:cubicBezTo>
                <a:cubicBezTo>
                  <a:pt x="265" y="132"/>
                  <a:pt x="265" y="132"/>
                  <a:pt x="265" y="132"/>
                </a:cubicBezTo>
                <a:cubicBezTo>
                  <a:pt x="257" y="132"/>
                  <a:pt x="248" y="132"/>
                  <a:pt x="240" y="141"/>
                </a:cubicBezTo>
                <a:cubicBezTo>
                  <a:pt x="9" y="300"/>
                  <a:pt x="9" y="300"/>
                  <a:pt x="9" y="300"/>
                </a:cubicBezTo>
                <a:cubicBezTo>
                  <a:pt x="0" y="309"/>
                  <a:pt x="0" y="327"/>
                  <a:pt x="9" y="336"/>
                </a:cubicBezTo>
                <a:cubicBezTo>
                  <a:pt x="106" y="486"/>
                  <a:pt x="106" y="486"/>
                  <a:pt x="106" y="486"/>
                </a:cubicBezTo>
                <a:cubicBezTo>
                  <a:pt x="115" y="504"/>
                  <a:pt x="133" y="495"/>
                  <a:pt x="142" y="495"/>
                </a:cubicBezTo>
                <a:cubicBezTo>
                  <a:pt x="372" y="327"/>
                  <a:pt x="372" y="327"/>
                  <a:pt x="372" y="327"/>
                </a:cubicBezTo>
                <a:cubicBezTo>
                  <a:pt x="381" y="327"/>
                  <a:pt x="390" y="309"/>
                  <a:pt x="390" y="309"/>
                </a:cubicBezTo>
                <a:cubicBezTo>
                  <a:pt x="416" y="229"/>
                  <a:pt x="416" y="229"/>
                  <a:pt x="416" y="229"/>
                </a:cubicBezTo>
                <a:cubicBezTo>
                  <a:pt x="416" y="221"/>
                  <a:pt x="416" y="212"/>
                  <a:pt x="408" y="203"/>
                </a:cubicBezTo>
                <a:cubicBezTo>
                  <a:pt x="399" y="185"/>
                  <a:pt x="399" y="185"/>
                  <a:pt x="399" y="185"/>
                </a:cubicBezTo>
                <a:cubicBezTo>
                  <a:pt x="452" y="150"/>
                  <a:pt x="496" y="88"/>
                  <a:pt x="469" y="8"/>
                </a:cubicBezTo>
                <a:close/>
                <a:moveTo>
                  <a:pt x="363" y="247"/>
                </a:moveTo>
                <a:lnTo>
                  <a:pt x="363" y="247"/>
                </a:lnTo>
                <a:cubicBezTo>
                  <a:pt x="346" y="256"/>
                  <a:pt x="319" y="256"/>
                  <a:pt x="310" y="229"/>
                </a:cubicBezTo>
                <a:cubicBezTo>
                  <a:pt x="293" y="212"/>
                  <a:pt x="301" y="194"/>
                  <a:pt x="319" y="176"/>
                </a:cubicBezTo>
                <a:cubicBezTo>
                  <a:pt x="328" y="168"/>
                  <a:pt x="346" y="168"/>
                  <a:pt x="363" y="176"/>
                </a:cubicBezTo>
                <a:cubicBezTo>
                  <a:pt x="355" y="185"/>
                  <a:pt x="355" y="185"/>
                  <a:pt x="355" y="185"/>
                </a:cubicBezTo>
                <a:cubicBezTo>
                  <a:pt x="346" y="185"/>
                  <a:pt x="337" y="194"/>
                  <a:pt x="346" y="203"/>
                </a:cubicBezTo>
                <a:cubicBezTo>
                  <a:pt x="346" y="212"/>
                  <a:pt x="355" y="212"/>
                  <a:pt x="355" y="212"/>
                </a:cubicBezTo>
                <a:cubicBezTo>
                  <a:pt x="363" y="212"/>
                  <a:pt x="363" y="212"/>
                  <a:pt x="363" y="212"/>
                </a:cubicBezTo>
                <a:cubicBezTo>
                  <a:pt x="372" y="212"/>
                  <a:pt x="372" y="212"/>
                  <a:pt x="381" y="203"/>
                </a:cubicBezTo>
                <a:cubicBezTo>
                  <a:pt x="381" y="221"/>
                  <a:pt x="372" y="238"/>
                  <a:pt x="363" y="247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7" name="Freeform 21"/>
          <p:cNvSpPr>
            <a:spLocks noChangeArrowheads="1"/>
          </p:cNvSpPr>
          <p:nvPr/>
        </p:nvSpPr>
        <p:spPr bwMode="auto">
          <a:xfrm>
            <a:off x="4029214" y="4985957"/>
            <a:ext cx="343581" cy="189413"/>
          </a:xfrm>
          <a:custGeom>
            <a:avLst/>
            <a:gdLst>
              <a:gd name="T0" fmla="*/ 249 w 497"/>
              <a:gd name="T1" fmla="*/ 0 h 276"/>
              <a:gd name="T2" fmla="*/ 249 w 497"/>
              <a:gd name="T3" fmla="*/ 0 h 276"/>
              <a:gd name="T4" fmla="*/ 0 w 497"/>
              <a:gd name="T5" fmla="*/ 133 h 276"/>
              <a:gd name="T6" fmla="*/ 249 w 497"/>
              <a:gd name="T7" fmla="*/ 275 h 276"/>
              <a:gd name="T8" fmla="*/ 496 w 497"/>
              <a:gd name="T9" fmla="*/ 133 h 276"/>
              <a:gd name="T10" fmla="*/ 249 w 497"/>
              <a:gd name="T11" fmla="*/ 0 h 276"/>
              <a:gd name="T12" fmla="*/ 249 w 497"/>
              <a:gd name="T13" fmla="*/ 239 h 276"/>
              <a:gd name="T14" fmla="*/ 249 w 497"/>
              <a:gd name="T15" fmla="*/ 239 h 276"/>
              <a:gd name="T16" fmla="*/ 142 w 497"/>
              <a:gd name="T17" fmla="*/ 133 h 276"/>
              <a:gd name="T18" fmla="*/ 249 w 497"/>
              <a:gd name="T19" fmla="*/ 26 h 276"/>
              <a:gd name="T20" fmla="*/ 355 w 497"/>
              <a:gd name="T21" fmla="*/ 133 h 276"/>
              <a:gd name="T22" fmla="*/ 249 w 497"/>
              <a:gd name="T23" fmla="*/ 239 h 276"/>
              <a:gd name="T24" fmla="*/ 249 w 497"/>
              <a:gd name="T25" fmla="*/ 133 h 276"/>
              <a:gd name="T26" fmla="*/ 249 w 497"/>
              <a:gd name="T27" fmla="*/ 133 h 276"/>
              <a:gd name="T28" fmla="*/ 249 w 497"/>
              <a:gd name="T29" fmla="*/ 79 h 276"/>
              <a:gd name="T30" fmla="*/ 195 w 497"/>
              <a:gd name="T31" fmla="*/ 133 h 276"/>
              <a:gd name="T32" fmla="*/ 249 w 497"/>
              <a:gd name="T33" fmla="*/ 186 h 276"/>
              <a:gd name="T34" fmla="*/ 302 w 497"/>
              <a:gd name="T35" fmla="*/ 133 h 276"/>
              <a:gd name="T36" fmla="*/ 249 w 497"/>
              <a:gd name="T37" fmla="*/ 133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97" h="276">
                <a:moveTo>
                  <a:pt x="249" y="0"/>
                </a:moveTo>
                <a:lnTo>
                  <a:pt x="249" y="0"/>
                </a:lnTo>
                <a:cubicBezTo>
                  <a:pt x="89" y="0"/>
                  <a:pt x="0" y="115"/>
                  <a:pt x="0" y="133"/>
                </a:cubicBezTo>
                <a:cubicBezTo>
                  <a:pt x="0" y="151"/>
                  <a:pt x="89" y="275"/>
                  <a:pt x="249" y="275"/>
                </a:cubicBezTo>
                <a:cubicBezTo>
                  <a:pt x="408" y="275"/>
                  <a:pt x="496" y="151"/>
                  <a:pt x="496" y="133"/>
                </a:cubicBezTo>
                <a:cubicBezTo>
                  <a:pt x="496" y="115"/>
                  <a:pt x="408" y="0"/>
                  <a:pt x="249" y="0"/>
                </a:cubicBezTo>
                <a:close/>
                <a:moveTo>
                  <a:pt x="249" y="239"/>
                </a:moveTo>
                <a:lnTo>
                  <a:pt x="249" y="239"/>
                </a:lnTo>
                <a:cubicBezTo>
                  <a:pt x="186" y="239"/>
                  <a:pt x="142" y="195"/>
                  <a:pt x="142" y="133"/>
                </a:cubicBezTo>
                <a:cubicBezTo>
                  <a:pt x="142" y="79"/>
                  <a:pt x="186" y="26"/>
                  <a:pt x="249" y="26"/>
                </a:cubicBezTo>
                <a:cubicBezTo>
                  <a:pt x="310" y="26"/>
                  <a:pt x="355" y="79"/>
                  <a:pt x="355" y="133"/>
                </a:cubicBezTo>
                <a:cubicBezTo>
                  <a:pt x="355" y="195"/>
                  <a:pt x="310" y="239"/>
                  <a:pt x="249" y="239"/>
                </a:cubicBezTo>
                <a:close/>
                <a:moveTo>
                  <a:pt x="249" y="133"/>
                </a:moveTo>
                <a:lnTo>
                  <a:pt x="249" y="133"/>
                </a:lnTo>
                <a:cubicBezTo>
                  <a:pt x="239" y="123"/>
                  <a:pt x="266" y="79"/>
                  <a:pt x="249" y="79"/>
                </a:cubicBezTo>
                <a:cubicBezTo>
                  <a:pt x="221" y="79"/>
                  <a:pt x="195" y="107"/>
                  <a:pt x="195" y="133"/>
                </a:cubicBezTo>
                <a:cubicBezTo>
                  <a:pt x="195" y="168"/>
                  <a:pt x="221" y="186"/>
                  <a:pt x="249" y="186"/>
                </a:cubicBezTo>
                <a:cubicBezTo>
                  <a:pt x="274" y="186"/>
                  <a:pt x="302" y="168"/>
                  <a:pt x="302" y="133"/>
                </a:cubicBezTo>
                <a:cubicBezTo>
                  <a:pt x="302" y="123"/>
                  <a:pt x="257" y="142"/>
                  <a:pt x="249" y="133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8" name="Freeform 22"/>
          <p:cNvSpPr>
            <a:spLocks noChangeArrowheads="1"/>
          </p:cNvSpPr>
          <p:nvPr/>
        </p:nvSpPr>
        <p:spPr bwMode="auto">
          <a:xfrm>
            <a:off x="3359415" y="4921323"/>
            <a:ext cx="318909" cy="313294"/>
          </a:xfrm>
          <a:custGeom>
            <a:avLst/>
            <a:gdLst>
              <a:gd name="T0" fmla="*/ 230 w 461"/>
              <a:gd name="T1" fmla="*/ 8 h 461"/>
              <a:gd name="T2" fmla="*/ 230 w 461"/>
              <a:gd name="T3" fmla="*/ 8 h 461"/>
              <a:gd name="T4" fmla="*/ 0 w 461"/>
              <a:gd name="T5" fmla="*/ 239 h 461"/>
              <a:gd name="T6" fmla="*/ 230 w 461"/>
              <a:gd name="T7" fmla="*/ 460 h 461"/>
              <a:gd name="T8" fmla="*/ 460 w 461"/>
              <a:gd name="T9" fmla="*/ 230 h 461"/>
              <a:gd name="T10" fmla="*/ 230 w 461"/>
              <a:gd name="T11" fmla="*/ 8 h 461"/>
              <a:gd name="T12" fmla="*/ 230 w 461"/>
              <a:gd name="T13" fmla="*/ 35 h 461"/>
              <a:gd name="T14" fmla="*/ 230 w 461"/>
              <a:gd name="T15" fmla="*/ 35 h 461"/>
              <a:gd name="T16" fmla="*/ 319 w 461"/>
              <a:gd name="T17" fmla="*/ 53 h 461"/>
              <a:gd name="T18" fmla="*/ 291 w 461"/>
              <a:gd name="T19" fmla="*/ 106 h 461"/>
              <a:gd name="T20" fmla="*/ 230 w 461"/>
              <a:gd name="T21" fmla="*/ 97 h 461"/>
              <a:gd name="T22" fmla="*/ 168 w 461"/>
              <a:gd name="T23" fmla="*/ 106 h 461"/>
              <a:gd name="T24" fmla="*/ 141 w 461"/>
              <a:gd name="T25" fmla="*/ 53 h 461"/>
              <a:gd name="T26" fmla="*/ 230 w 461"/>
              <a:gd name="T27" fmla="*/ 35 h 461"/>
              <a:gd name="T28" fmla="*/ 106 w 461"/>
              <a:gd name="T29" fmla="*/ 292 h 461"/>
              <a:gd name="T30" fmla="*/ 106 w 461"/>
              <a:gd name="T31" fmla="*/ 292 h 461"/>
              <a:gd name="T32" fmla="*/ 53 w 461"/>
              <a:gd name="T33" fmla="*/ 327 h 461"/>
              <a:gd name="T34" fmla="*/ 35 w 461"/>
              <a:gd name="T35" fmla="*/ 239 h 461"/>
              <a:gd name="T36" fmla="*/ 53 w 461"/>
              <a:gd name="T37" fmla="*/ 141 h 461"/>
              <a:gd name="T38" fmla="*/ 106 w 461"/>
              <a:gd name="T39" fmla="*/ 167 h 461"/>
              <a:gd name="T40" fmla="*/ 88 w 461"/>
              <a:gd name="T41" fmla="*/ 230 h 461"/>
              <a:gd name="T42" fmla="*/ 106 w 461"/>
              <a:gd name="T43" fmla="*/ 292 h 461"/>
              <a:gd name="T44" fmla="*/ 230 w 461"/>
              <a:gd name="T45" fmla="*/ 433 h 461"/>
              <a:gd name="T46" fmla="*/ 230 w 461"/>
              <a:gd name="T47" fmla="*/ 433 h 461"/>
              <a:gd name="T48" fmla="*/ 141 w 461"/>
              <a:gd name="T49" fmla="*/ 407 h 461"/>
              <a:gd name="T50" fmla="*/ 168 w 461"/>
              <a:gd name="T51" fmla="*/ 354 h 461"/>
              <a:gd name="T52" fmla="*/ 230 w 461"/>
              <a:gd name="T53" fmla="*/ 372 h 461"/>
              <a:gd name="T54" fmla="*/ 291 w 461"/>
              <a:gd name="T55" fmla="*/ 354 h 461"/>
              <a:gd name="T56" fmla="*/ 319 w 461"/>
              <a:gd name="T57" fmla="*/ 407 h 461"/>
              <a:gd name="T58" fmla="*/ 230 w 461"/>
              <a:gd name="T59" fmla="*/ 433 h 461"/>
              <a:gd name="T60" fmla="*/ 230 w 461"/>
              <a:gd name="T61" fmla="*/ 345 h 461"/>
              <a:gd name="T62" fmla="*/ 230 w 461"/>
              <a:gd name="T63" fmla="*/ 345 h 461"/>
              <a:gd name="T64" fmla="*/ 124 w 461"/>
              <a:gd name="T65" fmla="*/ 230 h 461"/>
              <a:gd name="T66" fmla="*/ 230 w 461"/>
              <a:gd name="T67" fmla="*/ 123 h 461"/>
              <a:gd name="T68" fmla="*/ 336 w 461"/>
              <a:gd name="T69" fmla="*/ 230 h 461"/>
              <a:gd name="T70" fmla="*/ 230 w 461"/>
              <a:gd name="T71" fmla="*/ 345 h 461"/>
              <a:gd name="T72" fmla="*/ 354 w 461"/>
              <a:gd name="T73" fmla="*/ 292 h 461"/>
              <a:gd name="T74" fmla="*/ 354 w 461"/>
              <a:gd name="T75" fmla="*/ 292 h 461"/>
              <a:gd name="T76" fmla="*/ 372 w 461"/>
              <a:gd name="T77" fmla="*/ 230 h 461"/>
              <a:gd name="T78" fmla="*/ 354 w 461"/>
              <a:gd name="T79" fmla="*/ 167 h 461"/>
              <a:gd name="T80" fmla="*/ 407 w 461"/>
              <a:gd name="T81" fmla="*/ 141 h 461"/>
              <a:gd name="T82" fmla="*/ 425 w 461"/>
              <a:gd name="T83" fmla="*/ 230 h 461"/>
              <a:gd name="T84" fmla="*/ 407 w 461"/>
              <a:gd name="T85" fmla="*/ 327 h 461"/>
              <a:gd name="T86" fmla="*/ 354 w 461"/>
              <a:gd name="T87" fmla="*/ 292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61" h="461">
                <a:moveTo>
                  <a:pt x="230" y="8"/>
                </a:moveTo>
                <a:lnTo>
                  <a:pt x="230" y="8"/>
                </a:lnTo>
                <a:cubicBezTo>
                  <a:pt x="97" y="8"/>
                  <a:pt x="0" y="106"/>
                  <a:pt x="0" y="239"/>
                </a:cubicBezTo>
                <a:cubicBezTo>
                  <a:pt x="0" y="363"/>
                  <a:pt x="106" y="460"/>
                  <a:pt x="230" y="460"/>
                </a:cubicBezTo>
                <a:cubicBezTo>
                  <a:pt x="363" y="460"/>
                  <a:pt x="460" y="354"/>
                  <a:pt x="460" y="230"/>
                </a:cubicBezTo>
                <a:cubicBezTo>
                  <a:pt x="460" y="106"/>
                  <a:pt x="354" y="0"/>
                  <a:pt x="230" y="8"/>
                </a:cubicBezTo>
                <a:close/>
                <a:moveTo>
                  <a:pt x="230" y="35"/>
                </a:moveTo>
                <a:lnTo>
                  <a:pt x="230" y="35"/>
                </a:lnTo>
                <a:cubicBezTo>
                  <a:pt x="256" y="35"/>
                  <a:pt x="291" y="44"/>
                  <a:pt x="319" y="53"/>
                </a:cubicBezTo>
                <a:cubicBezTo>
                  <a:pt x="291" y="106"/>
                  <a:pt x="291" y="106"/>
                  <a:pt x="291" y="106"/>
                </a:cubicBezTo>
                <a:cubicBezTo>
                  <a:pt x="275" y="97"/>
                  <a:pt x="247" y="97"/>
                  <a:pt x="230" y="97"/>
                </a:cubicBezTo>
                <a:cubicBezTo>
                  <a:pt x="203" y="97"/>
                  <a:pt x="185" y="97"/>
                  <a:pt x="168" y="106"/>
                </a:cubicBezTo>
                <a:cubicBezTo>
                  <a:pt x="141" y="53"/>
                  <a:pt x="141" y="53"/>
                  <a:pt x="141" y="53"/>
                </a:cubicBezTo>
                <a:cubicBezTo>
                  <a:pt x="168" y="44"/>
                  <a:pt x="194" y="35"/>
                  <a:pt x="230" y="35"/>
                </a:cubicBezTo>
                <a:close/>
                <a:moveTo>
                  <a:pt x="106" y="292"/>
                </a:moveTo>
                <a:lnTo>
                  <a:pt x="106" y="292"/>
                </a:lnTo>
                <a:cubicBezTo>
                  <a:pt x="53" y="327"/>
                  <a:pt x="53" y="327"/>
                  <a:pt x="53" y="327"/>
                </a:cubicBezTo>
                <a:cubicBezTo>
                  <a:pt x="35" y="301"/>
                  <a:pt x="35" y="265"/>
                  <a:pt x="35" y="239"/>
                </a:cubicBezTo>
                <a:cubicBezTo>
                  <a:pt x="26" y="204"/>
                  <a:pt x="35" y="167"/>
                  <a:pt x="53" y="141"/>
                </a:cubicBezTo>
                <a:cubicBezTo>
                  <a:pt x="106" y="167"/>
                  <a:pt x="106" y="167"/>
                  <a:pt x="106" y="167"/>
                </a:cubicBezTo>
                <a:cubicBezTo>
                  <a:pt x="97" y="185"/>
                  <a:pt x="88" y="212"/>
                  <a:pt x="88" y="230"/>
                </a:cubicBezTo>
                <a:cubicBezTo>
                  <a:pt x="88" y="257"/>
                  <a:pt x="97" y="274"/>
                  <a:pt x="106" y="292"/>
                </a:cubicBezTo>
                <a:close/>
                <a:moveTo>
                  <a:pt x="230" y="433"/>
                </a:moveTo>
                <a:lnTo>
                  <a:pt x="230" y="433"/>
                </a:lnTo>
                <a:cubicBezTo>
                  <a:pt x="194" y="433"/>
                  <a:pt x="168" y="425"/>
                  <a:pt x="141" y="407"/>
                </a:cubicBezTo>
                <a:cubicBezTo>
                  <a:pt x="168" y="354"/>
                  <a:pt x="168" y="354"/>
                  <a:pt x="168" y="354"/>
                </a:cubicBezTo>
                <a:cubicBezTo>
                  <a:pt x="185" y="363"/>
                  <a:pt x="203" y="372"/>
                  <a:pt x="230" y="372"/>
                </a:cubicBezTo>
                <a:cubicBezTo>
                  <a:pt x="247" y="372"/>
                  <a:pt x="275" y="363"/>
                  <a:pt x="291" y="354"/>
                </a:cubicBezTo>
                <a:cubicBezTo>
                  <a:pt x="319" y="407"/>
                  <a:pt x="319" y="407"/>
                  <a:pt x="319" y="407"/>
                </a:cubicBezTo>
                <a:cubicBezTo>
                  <a:pt x="291" y="425"/>
                  <a:pt x="266" y="433"/>
                  <a:pt x="230" y="433"/>
                </a:cubicBezTo>
                <a:close/>
                <a:moveTo>
                  <a:pt x="230" y="345"/>
                </a:moveTo>
                <a:lnTo>
                  <a:pt x="230" y="345"/>
                </a:lnTo>
                <a:cubicBezTo>
                  <a:pt x="168" y="345"/>
                  <a:pt x="124" y="292"/>
                  <a:pt x="124" y="230"/>
                </a:cubicBezTo>
                <a:cubicBezTo>
                  <a:pt x="124" y="167"/>
                  <a:pt x="168" y="123"/>
                  <a:pt x="230" y="123"/>
                </a:cubicBezTo>
                <a:cubicBezTo>
                  <a:pt x="291" y="123"/>
                  <a:pt x="336" y="167"/>
                  <a:pt x="336" y="230"/>
                </a:cubicBezTo>
                <a:cubicBezTo>
                  <a:pt x="336" y="292"/>
                  <a:pt x="291" y="345"/>
                  <a:pt x="230" y="345"/>
                </a:cubicBezTo>
                <a:close/>
                <a:moveTo>
                  <a:pt x="354" y="292"/>
                </a:moveTo>
                <a:lnTo>
                  <a:pt x="354" y="292"/>
                </a:lnTo>
                <a:cubicBezTo>
                  <a:pt x="363" y="274"/>
                  <a:pt x="372" y="257"/>
                  <a:pt x="372" y="230"/>
                </a:cubicBezTo>
                <a:cubicBezTo>
                  <a:pt x="372" y="212"/>
                  <a:pt x="363" y="185"/>
                  <a:pt x="354" y="167"/>
                </a:cubicBezTo>
                <a:cubicBezTo>
                  <a:pt x="407" y="141"/>
                  <a:pt x="407" y="141"/>
                  <a:pt x="407" y="141"/>
                </a:cubicBezTo>
                <a:cubicBezTo>
                  <a:pt x="416" y="167"/>
                  <a:pt x="425" y="195"/>
                  <a:pt x="425" y="230"/>
                </a:cubicBezTo>
                <a:cubicBezTo>
                  <a:pt x="425" y="265"/>
                  <a:pt x="416" y="292"/>
                  <a:pt x="407" y="327"/>
                </a:cubicBezTo>
                <a:lnTo>
                  <a:pt x="354" y="292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9" name="Freeform 23"/>
          <p:cNvSpPr>
            <a:spLocks noChangeArrowheads="1"/>
          </p:cNvSpPr>
          <p:nvPr/>
        </p:nvSpPr>
        <p:spPr bwMode="auto">
          <a:xfrm>
            <a:off x="2004280" y="4938380"/>
            <a:ext cx="295151" cy="284568"/>
          </a:xfrm>
          <a:custGeom>
            <a:avLst/>
            <a:gdLst>
              <a:gd name="T0" fmla="*/ 416 w 427"/>
              <a:gd name="T1" fmla="*/ 53 h 417"/>
              <a:gd name="T2" fmla="*/ 416 w 427"/>
              <a:gd name="T3" fmla="*/ 53 h 417"/>
              <a:gd name="T4" fmla="*/ 354 w 427"/>
              <a:gd name="T5" fmla="*/ 9 h 417"/>
              <a:gd name="T6" fmla="*/ 328 w 427"/>
              <a:gd name="T7" fmla="*/ 0 h 417"/>
              <a:gd name="T8" fmla="*/ 89 w 427"/>
              <a:gd name="T9" fmla="*/ 0 h 417"/>
              <a:gd name="T10" fmla="*/ 62 w 427"/>
              <a:gd name="T11" fmla="*/ 9 h 417"/>
              <a:gd name="T12" fmla="*/ 9 w 427"/>
              <a:gd name="T13" fmla="*/ 53 h 417"/>
              <a:gd name="T14" fmla="*/ 0 w 427"/>
              <a:gd name="T15" fmla="*/ 80 h 417"/>
              <a:gd name="T16" fmla="*/ 44 w 427"/>
              <a:gd name="T17" fmla="*/ 399 h 417"/>
              <a:gd name="T18" fmla="*/ 72 w 427"/>
              <a:gd name="T19" fmla="*/ 416 h 417"/>
              <a:gd name="T20" fmla="*/ 354 w 427"/>
              <a:gd name="T21" fmla="*/ 416 h 417"/>
              <a:gd name="T22" fmla="*/ 381 w 427"/>
              <a:gd name="T23" fmla="*/ 399 h 417"/>
              <a:gd name="T24" fmla="*/ 426 w 427"/>
              <a:gd name="T25" fmla="*/ 80 h 417"/>
              <a:gd name="T26" fmla="*/ 416 w 427"/>
              <a:gd name="T27" fmla="*/ 53 h 417"/>
              <a:gd name="T28" fmla="*/ 213 w 427"/>
              <a:gd name="T29" fmla="*/ 266 h 417"/>
              <a:gd name="T30" fmla="*/ 213 w 427"/>
              <a:gd name="T31" fmla="*/ 266 h 417"/>
              <a:gd name="T32" fmla="*/ 107 w 427"/>
              <a:gd name="T33" fmla="*/ 124 h 417"/>
              <a:gd name="T34" fmla="*/ 160 w 427"/>
              <a:gd name="T35" fmla="*/ 124 h 417"/>
              <a:gd name="T36" fmla="*/ 213 w 427"/>
              <a:gd name="T37" fmla="*/ 222 h 417"/>
              <a:gd name="T38" fmla="*/ 266 w 427"/>
              <a:gd name="T39" fmla="*/ 124 h 417"/>
              <a:gd name="T40" fmla="*/ 310 w 427"/>
              <a:gd name="T41" fmla="*/ 124 h 417"/>
              <a:gd name="T42" fmla="*/ 213 w 427"/>
              <a:gd name="T43" fmla="*/ 266 h 417"/>
              <a:gd name="T44" fmla="*/ 36 w 427"/>
              <a:gd name="T45" fmla="*/ 80 h 417"/>
              <a:gd name="T46" fmla="*/ 36 w 427"/>
              <a:gd name="T47" fmla="*/ 80 h 417"/>
              <a:gd name="T48" fmla="*/ 89 w 427"/>
              <a:gd name="T49" fmla="*/ 27 h 417"/>
              <a:gd name="T50" fmla="*/ 328 w 427"/>
              <a:gd name="T51" fmla="*/ 27 h 417"/>
              <a:gd name="T52" fmla="*/ 391 w 427"/>
              <a:gd name="T53" fmla="*/ 80 h 417"/>
              <a:gd name="T54" fmla="*/ 36 w 427"/>
              <a:gd name="T55" fmla="*/ 8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7" h="417">
                <a:moveTo>
                  <a:pt x="416" y="53"/>
                </a:moveTo>
                <a:lnTo>
                  <a:pt x="416" y="53"/>
                </a:lnTo>
                <a:cubicBezTo>
                  <a:pt x="408" y="44"/>
                  <a:pt x="363" y="9"/>
                  <a:pt x="354" y="9"/>
                </a:cubicBezTo>
                <a:cubicBezTo>
                  <a:pt x="354" y="0"/>
                  <a:pt x="337" y="0"/>
                  <a:pt x="328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89" y="0"/>
                  <a:pt x="72" y="0"/>
                  <a:pt x="62" y="9"/>
                </a:cubicBezTo>
                <a:cubicBezTo>
                  <a:pt x="62" y="9"/>
                  <a:pt x="18" y="44"/>
                  <a:pt x="9" y="53"/>
                </a:cubicBezTo>
                <a:cubicBezTo>
                  <a:pt x="0" y="53"/>
                  <a:pt x="0" y="62"/>
                  <a:pt x="0" y="80"/>
                </a:cubicBezTo>
                <a:cubicBezTo>
                  <a:pt x="0" y="88"/>
                  <a:pt x="44" y="399"/>
                  <a:pt x="44" y="399"/>
                </a:cubicBezTo>
                <a:cubicBezTo>
                  <a:pt x="53" y="407"/>
                  <a:pt x="62" y="416"/>
                  <a:pt x="72" y="416"/>
                </a:cubicBezTo>
                <a:cubicBezTo>
                  <a:pt x="354" y="416"/>
                  <a:pt x="354" y="416"/>
                  <a:pt x="354" y="416"/>
                </a:cubicBezTo>
                <a:cubicBezTo>
                  <a:pt x="363" y="416"/>
                  <a:pt x="372" y="407"/>
                  <a:pt x="381" y="399"/>
                </a:cubicBezTo>
                <a:cubicBezTo>
                  <a:pt x="381" y="399"/>
                  <a:pt x="426" y="88"/>
                  <a:pt x="426" y="80"/>
                </a:cubicBezTo>
                <a:cubicBezTo>
                  <a:pt x="426" y="62"/>
                  <a:pt x="416" y="53"/>
                  <a:pt x="416" y="53"/>
                </a:cubicBezTo>
                <a:close/>
                <a:moveTo>
                  <a:pt x="213" y="266"/>
                </a:moveTo>
                <a:lnTo>
                  <a:pt x="213" y="266"/>
                </a:lnTo>
                <a:cubicBezTo>
                  <a:pt x="133" y="266"/>
                  <a:pt x="116" y="150"/>
                  <a:pt x="107" y="124"/>
                </a:cubicBezTo>
                <a:cubicBezTo>
                  <a:pt x="160" y="124"/>
                  <a:pt x="160" y="124"/>
                  <a:pt x="160" y="124"/>
                </a:cubicBezTo>
                <a:cubicBezTo>
                  <a:pt x="160" y="159"/>
                  <a:pt x="178" y="222"/>
                  <a:pt x="213" y="222"/>
                </a:cubicBezTo>
                <a:cubicBezTo>
                  <a:pt x="248" y="222"/>
                  <a:pt x="257" y="159"/>
                  <a:pt x="266" y="124"/>
                </a:cubicBezTo>
                <a:cubicBezTo>
                  <a:pt x="310" y="124"/>
                  <a:pt x="310" y="124"/>
                  <a:pt x="310" y="124"/>
                </a:cubicBezTo>
                <a:cubicBezTo>
                  <a:pt x="310" y="150"/>
                  <a:pt x="293" y="266"/>
                  <a:pt x="213" y="266"/>
                </a:cubicBezTo>
                <a:close/>
                <a:moveTo>
                  <a:pt x="36" y="80"/>
                </a:moveTo>
                <a:lnTo>
                  <a:pt x="36" y="80"/>
                </a:lnTo>
                <a:cubicBezTo>
                  <a:pt x="89" y="27"/>
                  <a:pt x="89" y="27"/>
                  <a:pt x="89" y="27"/>
                </a:cubicBezTo>
                <a:cubicBezTo>
                  <a:pt x="328" y="27"/>
                  <a:pt x="328" y="27"/>
                  <a:pt x="328" y="27"/>
                </a:cubicBezTo>
                <a:cubicBezTo>
                  <a:pt x="391" y="80"/>
                  <a:pt x="391" y="80"/>
                  <a:pt x="391" y="80"/>
                </a:cubicBezTo>
                <a:lnTo>
                  <a:pt x="36" y="80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20" name="Freeform 24"/>
          <p:cNvSpPr>
            <a:spLocks noChangeArrowheads="1"/>
          </p:cNvSpPr>
          <p:nvPr/>
        </p:nvSpPr>
        <p:spPr bwMode="auto">
          <a:xfrm>
            <a:off x="4713636" y="4274985"/>
            <a:ext cx="343581" cy="268410"/>
          </a:xfrm>
          <a:custGeom>
            <a:avLst/>
            <a:gdLst>
              <a:gd name="T0" fmla="*/ 248 w 497"/>
              <a:gd name="T1" fmla="*/ 150 h 399"/>
              <a:gd name="T2" fmla="*/ 248 w 497"/>
              <a:gd name="T3" fmla="*/ 150 h 399"/>
              <a:gd name="T4" fmla="*/ 177 w 497"/>
              <a:gd name="T5" fmla="*/ 221 h 399"/>
              <a:gd name="T6" fmla="*/ 248 w 497"/>
              <a:gd name="T7" fmla="*/ 292 h 399"/>
              <a:gd name="T8" fmla="*/ 319 w 497"/>
              <a:gd name="T9" fmla="*/ 221 h 399"/>
              <a:gd name="T10" fmla="*/ 248 w 497"/>
              <a:gd name="T11" fmla="*/ 150 h 399"/>
              <a:gd name="T12" fmla="*/ 442 w 497"/>
              <a:gd name="T13" fmla="*/ 70 h 399"/>
              <a:gd name="T14" fmla="*/ 442 w 497"/>
              <a:gd name="T15" fmla="*/ 70 h 399"/>
              <a:gd name="T16" fmla="*/ 389 w 497"/>
              <a:gd name="T17" fmla="*/ 70 h 399"/>
              <a:gd name="T18" fmla="*/ 363 w 497"/>
              <a:gd name="T19" fmla="*/ 61 h 399"/>
              <a:gd name="T20" fmla="*/ 354 w 497"/>
              <a:gd name="T21" fmla="*/ 8 h 399"/>
              <a:gd name="T22" fmla="*/ 327 w 497"/>
              <a:gd name="T23" fmla="*/ 0 h 399"/>
              <a:gd name="T24" fmla="*/ 159 w 497"/>
              <a:gd name="T25" fmla="*/ 0 h 399"/>
              <a:gd name="T26" fmla="*/ 142 w 497"/>
              <a:gd name="T27" fmla="*/ 8 h 399"/>
              <a:gd name="T28" fmla="*/ 123 w 497"/>
              <a:gd name="T29" fmla="*/ 61 h 399"/>
              <a:gd name="T30" fmla="*/ 106 w 497"/>
              <a:gd name="T31" fmla="*/ 70 h 399"/>
              <a:gd name="T32" fmla="*/ 53 w 497"/>
              <a:gd name="T33" fmla="*/ 70 h 399"/>
              <a:gd name="T34" fmla="*/ 0 w 497"/>
              <a:gd name="T35" fmla="*/ 123 h 399"/>
              <a:gd name="T36" fmla="*/ 0 w 497"/>
              <a:gd name="T37" fmla="*/ 345 h 399"/>
              <a:gd name="T38" fmla="*/ 53 w 497"/>
              <a:gd name="T39" fmla="*/ 398 h 399"/>
              <a:gd name="T40" fmla="*/ 442 w 497"/>
              <a:gd name="T41" fmla="*/ 398 h 399"/>
              <a:gd name="T42" fmla="*/ 496 w 497"/>
              <a:gd name="T43" fmla="*/ 345 h 399"/>
              <a:gd name="T44" fmla="*/ 496 w 497"/>
              <a:gd name="T45" fmla="*/ 123 h 399"/>
              <a:gd name="T46" fmla="*/ 442 w 497"/>
              <a:gd name="T47" fmla="*/ 70 h 399"/>
              <a:gd name="T48" fmla="*/ 248 w 497"/>
              <a:gd name="T49" fmla="*/ 345 h 399"/>
              <a:gd name="T50" fmla="*/ 248 w 497"/>
              <a:gd name="T51" fmla="*/ 345 h 399"/>
              <a:gd name="T52" fmla="*/ 123 w 497"/>
              <a:gd name="T53" fmla="*/ 221 h 399"/>
              <a:gd name="T54" fmla="*/ 248 w 497"/>
              <a:gd name="T55" fmla="*/ 97 h 399"/>
              <a:gd name="T56" fmla="*/ 372 w 497"/>
              <a:gd name="T57" fmla="*/ 221 h 399"/>
              <a:gd name="T58" fmla="*/ 248 w 497"/>
              <a:gd name="T59" fmla="*/ 345 h 399"/>
              <a:gd name="T60" fmla="*/ 425 w 497"/>
              <a:gd name="T61" fmla="*/ 159 h 399"/>
              <a:gd name="T62" fmla="*/ 425 w 497"/>
              <a:gd name="T63" fmla="*/ 159 h 399"/>
              <a:gd name="T64" fmla="*/ 407 w 497"/>
              <a:gd name="T65" fmla="*/ 141 h 399"/>
              <a:gd name="T66" fmla="*/ 425 w 497"/>
              <a:gd name="T67" fmla="*/ 123 h 399"/>
              <a:gd name="T68" fmla="*/ 442 w 497"/>
              <a:gd name="T69" fmla="*/ 141 h 399"/>
              <a:gd name="T70" fmla="*/ 425 w 497"/>
              <a:gd name="T71" fmla="*/ 159 h 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7" h="399">
                <a:moveTo>
                  <a:pt x="248" y="150"/>
                </a:moveTo>
                <a:lnTo>
                  <a:pt x="248" y="150"/>
                </a:lnTo>
                <a:cubicBezTo>
                  <a:pt x="203" y="150"/>
                  <a:pt x="177" y="176"/>
                  <a:pt x="177" y="221"/>
                </a:cubicBezTo>
                <a:cubicBezTo>
                  <a:pt x="177" y="266"/>
                  <a:pt x="203" y="292"/>
                  <a:pt x="248" y="292"/>
                </a:cubicBezTo>
                <a:cubicBezTo>
                  <a:pt x="292" y="292"/>
                  <a:pt x="319" y="266"/>
                  <a:pt x="319" y="221"/>
                </a:cubicBezTo>
                <a:cubicBezTo>
                  <a:pt x="319" y="176"/>
                  <a:pt x="292" y="150"/>
                  <a:pt x="248" y="150"/>
                </a:cubicBezTo>
                <a:close/>
                <a:moveTo>
                  <a:pt x="442" y="70"/>
                </a:moveTo>
                <a:lnTo>
                  <a:pt x="442" y="70"/>
                </a:lnTo>
                <a:cubicBezTo>
                  <a:pt x="389" y="70"/>
                  <a:pt x="389" y="70"/>
                  <a:pt x="389" y="70"/>
                </a:cubicBezTo>
                <a:cubicBezTo>
                  <a:pt x="380" y="70"/>
                  <a:pt x="372" y="70"/>
                  <a:pt x="363" y="61"/>
                </a:cubicBezTo>
                <a:cubicBezTo>
                  <a:pt x="354" y="8"/>
                  <a:pt x="354" y="8"/>
                  <a:pt x="354" y="8"/>
                </a:cubicBezTo>
                <a:cubicBezTo>
                  <a:pt x="345" y="8"/>
                  <a:pt x="336" y="0"/>
                  <a:pt x="327" y="0"/>
                </a:cubicBezTo>
                <a:cubicBezTo>
                  <a:pt x="159" y="0"/>
                  <a:pt x="159" y="0"/>
                  <a:pt x="159" y="0"/>
                </a:cubicBezTo>
                <a:cubicBezTo>
                  <a:pt x="159" y="0"/>
                  <a:pt x="150" y="8"/>
                  <a:pt x="142" y="8"/>
                </a:cubicBezTo>
                <a:cubicBezTo>
                  <a:pt x="123" y="61"/>
                  <a:pt x="123" y="61"/>
                  <a:pt x="123" y="61"/>
                </a:cubicBezTo>
                <a:cubicBezTo>
                  <a:pt x="123" y="70"/>
                  <a:pt x="115" y="70"/>
                  <a:pt x="106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17" y="70"/>
                  <a:pt x="0" y="97"/>
                  <a:pt x="0" y="123"/>
                </a:cubicBezTo>
                <a:cubicBezTo>
                  <a:pt x="0" y="345"/>
                  <a:pt x="0" y="345"/>
                  <a:pt x="0" y="345"/>
                </a:cubicBezTo>
                <a:cubicBezTo>
                  <a:pt x="0" y="372"/>
                  <a:pt x="17" y="398"/>
                  <a:pt x="53" y="398"/>
                </a:cubicBezTo>
                <a:cubicBezTo>
                  <a:pt x="442" y="398"/>
                  <a:pt x="442" y="398"/>
                  <a:pt x="442" y="398"/>
                </a:cubicBezTo>
                <a:cubicBezTo>
                  <a:pt x="470" y="398"/>
                  <a:pt x="496" y="372"/>
                  <a:pt x="496" y="345"/>
                </a:cubicBezTo>
                <a:cubicBezTo>
                  <a:pt x="496" y="123"/>
                  <a:pt x="496" y="123"/>
                  <a:pt x="496" y="123"/>
                </a:cubicBezTo>
                <a:cubicBezTo>
                  <a:pt x="496" y="97"/>
                  <a:pt x="470" y="70"/>
                  <a:pt x="442" y="70"/>
                </a:cubicBezTo>
                <a:close/>
                <a:moveTo>
                  <a:pt x="248" y="345"/>
                </a:moveTo>
                <a:lnTo>
                  <a:pt x="248" y="345"/>
                </a:lnTo>
                <a:cubicBezTo>
                  <a:pt x="177" y="345"/>
                  <a:pt x="123" y="292"/>
                  <a:pt x="123" y="221"/>
                </a:cubicBezTo>
                <a:cubicBezTo>
                  <a:pt x="123" y="150"/>
                  <a:pt x="177" y="97"/>
                  <a:pt x="248" y="97"/>
                </a:cubicBezTo>
                <a:cubicBezTo>
                  <a:pt x="319" y="97"/>
                  <a:pt x="372" y="150"/>
                  <a:pt x="372" y="221"/>
                </a:cubicBezTo>
                <a:cubicBezTo>
                  <a:pt x="372" y="292"/>
                  <a:pt x="319" y="345"/>
                  <a:pt x="248" y="345"/>
                </a:cubicBezTo>
                <a:close/>
                <a:moveTo>
                  <a:pt x="425" y="159"/>
                </a:moveTo>
                <a:lnTo>
                  <a:pt x="425" y="159"/>
                </a:lnTo>
                <a:cubicBezTo>
                  <a:pt x="416" y="159"/>
                  <a:pt x="407" y="150"/>
                  <a:pt x="407" y="141"/>
                </a:cubicBezTo>
                <a:cubicBezTo>
                  <a:pt x="407" y="132"/>
                  <a:pt x="416" y="123"/>
                  <a:pt x="425" y="123"/>
                </a:cubicBezTo>
                <a:cubicBezTo>
                  <a:pt x="433" y="123"/>
                  <a:pt x="442" y="132"/>
                  <a:pt x="442" y="141"/>
                </a:cubicBezTo>
                <a:cubicBezTo>
                  <a:pt x="442" y="150"/>
                  <a:pt x="433" y="159"/>
                  <a:pt x="425" y="159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21" name="Freeform 26"/>
          <p:cNvSpPr>
            <a:spLocks noChangeArrowheads="1"/>
          </p:cNvSpPr>
          <p:nvPr/>
        </p:nvSpPr>
        <p:spPr bwMode="auto">
          <a:xfrm>
            <a:off x="6108977" y="4267803"/>
            <a:ext cx="295151" cy="294443"/>
          </a:xfrm>
          <a:custGeom>
            <a:avLst/>
            <a:gdLst>
              <a:gd name="T0" fmla="*/ 256 w 426"/>
              <a:gd name="T1" fmla="*/ 265 h 435"/>
              <a:gd name="T2" fmla="*/ 256 w 426"/>
              <a:gd name="T3" fmla="*/ 265 h 435"/>
              <a:gd name="T4" fmla="*/ 0 w 426"/>
              <a:gd name="T5" fmla="*/ 301 h 435"/>
              <a:gd name="T6" fmla="*/ 35 w 426"/>
              <a:gd name="T7" fmla="*/ 345 h 435"/>
              <a:gd name="T8" fmla="*/ 346 w 426"/>
              <a:gd name="T9" fmla="*/ 345 h 435"/>
              <a:gd name="T10" fmla="*/ 346 w 426"/>
              <a:gd name="T11" fmla="*/ 35 h 435"/>
              <a:gd name="T12" fmla="*/ 292 w 426"/>
              <a:gd name="T13" fmla="*/ 0 h 435"/>
              <a:gd name="T14" fmla="*/ 256 w 426"/>
              <a:gd name="T15" fmla="*/ 265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6" h="435">
                <a:moveTo>
                  <a:pt x="256" y="265"/>
                </a:moveTo>
                <a:lnTo>
                  <a:pt x="256" y="265"/>
                </a:lnTo>
                <a:cubicBezTo>
                  <a:pt x="186" y="336"/>
                  <a:pt x="80" y="345"/>
                  <a:pt x="0" y="301"/>
                </a:cubicBezTo>
                <a:cubicBezTo>
                  <a:pt x="9" y="319"/>
                  <a:pt x="17" y="328"/>
                  <a:pt x="35" y="345"/>
                </a:cubicBezTo>
                <a:cubicBezTo>
                  <a:pt x="124" y="434"/>
                  <a:pt x="256" y="434"/>
                  <a:pt x="346" y="345"/>
                </a:cubicBezTo>
                <a:cubicBezTo>
                  <a:pt x="425" y="256"/>
                  <a:pt x="425" y="124"/>
                  <a:pt x="346" y="35"/>
                </a:cubicBezTo>
                <a:cubicBezTo>
                  <a:pt x="328" y="26"/>
                  <a:pt x="310" y="9"/>
                  <a:pt x="292" y="0"/>
                </a:cubicBezTo>
                <a:cubicBezTo>
                  <a:pt x="346" y="88"/>
                  <a:pt x="328" y="194"/>
                  <a:pt x="256" y="265"/>
                </a:cubicBezTo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22" name="Freeform 27"/>
          <p:cNvSpPr>
            <a:spLocks noChangeArrowheads="1"/>
          </p:cNvSpPr>
          <p:nvPr/>
        </p:nvSpPr>
        <p:spPr bwMode="auto">
          <a:xfrm>
            <a:off x="6762329" y="4267803"/>
            <a:ext cx="348150" cy="268410"/>
          </a:xfrm>
          <a:custGeom>
            <a:avLst/>
            <a:gdLst>
              <a:gd name="T0" fmla="*/ 434 w 506"/>
              <a:gd name="T1" fmla="*/ 70 h 399"/>
              <a:gd name="T2" fmla="*/ 434 w 506"/>
              <a:gd name="T3" fmla="*/ 70 h 399"/>
              <a:gd name="T4" fmla="*/ 168 w 506"/>
              <a:gd name="T5" fmla="*/ 35 h 399"/>
              <a:gd name="T6" fmla="*/ 9 w 506"/>
              <a:gd name="T7" fmla="*/ 221 h 399"/>
              <a:gd name="T8" fmla="*/ 195 w 506"/>
              <a:gd name="T9" fmla="*/ 398 h 399"/>
              <a:gd name="T10" fmla="*/ 381 w 506"/>
              <a:gd name="T11" fmla="*/ 310 h 399"/>
              <a:gd name="T12" fmla="*/ 363 w 506"/>
              <a:gd name="T13" fmla="*/ 212 h 399"/>
              <a:gd name="T14" fmla="*/ 469 w 506"/>
              <a:gd name="T15" fmla="*/ 203 h 399"/>
              <a:gd name="T16" fmla="*/ 434 w 506"/>
              <a:gd name="T17" fmla="*/ 70 h 399"/>
              <a:gd name="T18" fmla="*/ 274 w 506"/>
              <a:gd name="T19" fmla="*/ 301 h 399"/>
              <a:gd name="T20" fmla="*/ 274 w 506"/>
              <a:gd name="T21" fmla="*/ 301 h 399"/>
              <a:gd name="T22" fmla="*/ 239 w 506"/>
              <a:gd name="T23" fmla="*/ 265 h 399"/>
              <a:gd name="T24" fmla="*/ 274 w 506"/>
              <a:gd name="T25" fmla="*/ 230 h 399"/>
              <a:gd name="T26" fmla="*/ 309 w 506"/>
              <a:gd name="T27" fmla="*/ 265 h 399"/>
              <a:gd name="T28" fmla="*/ 274 w 506"/>
              <a:gd name="T29" fmla="*/ 301 h 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6" h="399">
                <a:moveTo>
                  <a:pt x="434" y="70"/>
                </a:moveTo>
                <a:lnTo>
                  <a:pt x="434" y="70"/>
                </a:lnTo>
                <a:cubicBezTo>
                  <a:pt x="354" y="17"/>
                  <a:pt x="265" y="0"/>
                  <a:pt x="168" y="35"/>
                </a:cubicBezTo>
                <a:cubicBezTo>
                  <a:pt x="89" y="53"/>
                  <a:pt x="9" y="141"/>
                  <a:pt x="9" y="221"/>
                </a:cubicBezTo>
                <a:cubicBezTo>
                  <a:pt x="0" y="319"/>
                  <a:pt x="71" y="398"/>
                  <a:pt x="195" y="398"/>
                </a:cubicBezTo>
                <a:cubicBezTo>
                  <a:pt x="337" y="398"/>
                  <a:pt x="381" y="328"/>
                  <a:pt x="381" y="310"/>
                </a:cubicBezTo>
                <a:cubicBezTo>
                  <a:pt x="390" y="292"/>
                  <a:pt x="328" y="248"/>
                  <a:pt x="363" y="212"/>
                </a:cubicBezTo>
                <a:cubicBezTo>
                  <a:pt x="408" y="168"/>
                  <a:pt x="452" y="203"/>
                  <a:pt x="469" y="203"/>
                </a:cubicBezTo>
                <a:cubicBezTo>
                  <a:pt x="496" y="194"/>
                  <a:pt x="505" y="124"/>
                  <a:pt x="434" y="70"/>
                </a:cubicBezTo>
                <a:close/>
                <a:moveTo>
                  <a:pt x="274" y="301"/>
                </a:moveTo>
                <a:lnTo>
                  <a:pt x="274" y="301"/>
                </a:lnTo>
                <a:cubicBezTo>
                  <a:pt x="248" y="301"/>
                  <a:pt x="239" y="283"/>
                  <a:pt x="239" y="265"/>
                </a:cubicBezTo>
                <a:cubicBezTo>
                  <a:pt x="239" y="248"/>
                  <a:pt x="248" y="230"/>
                  <a:pt x="274" y="230"/>
                </a:cubicBezTo>
                <a:cubicBezTo>
                  <a:pt x="293" y="230"/>
                  <a:pt x="309" y="248"/>
                  <a:pt x="309" y="265"/>
                </a:cubicBezTo>
                <a:cubicBezTo>
                  <a:pt x="309" y="283"/>
                  <a:pt x="293" y="301"/>
                  <a:pt x="274" y="301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23" name="Freeform 28"/>
          <p:cNvSpPr>
            <a:spLocks noChangeArrowheads="1"/>
          </p:cNvSpPr>
          <p:nvPr/>
        </p:nvSpPr>
        <p:spPr bwMode="auto">
          <a:xfrm>
            <a:off x="7451319" y="4256134"/>
            <a:ext cx="343581" cy="281875"/>
          </a:xfrm>
          <a:custGeom>
            <a:avLst/>
            <a:gdLst>
              <a:gd name="T0" fmla="*/ 124 w 498"/>
              <a:gd name="T1" fmla="*/ 81 h 418"/>
              <a:gd name="T2" fmla="*/ 124 w 498"/>
              <a:gd name="T3" fmla="*/ 81 h 418"/>
              <a:gd name="T4" fmla="*/ 36 w 498"/>
              <a:gd name="T5" fmla="*/ 258 h 418"/>
              <a:gd name="T6" fmla="*/ 346 w 498"/>
              <a:gd name="T7" fmla="*/ 116 h 418"/>
              <a:gd name="T8" fmla="*/ 9 w 498"/>
              <a:gd name="T9" fmla="*/ 382 h 418"/>
              <a:gd name="T10" fmla="*/ 44 w 498"/>
              <a:gd name="T11" fmla="*/ 400 h 418"/>
              <a:gd name="T12" fmla="*/ 97 w 498"/>
              <a:gd name="T13" fmla="*/ 311 h 418"/>
              <a:gd name="T14" fmla="*/ 293 w 498"/>
              <a:gd name="T15" fmla="*/ 311 h 418"/>
              <a:gd name="T16" fmla="*/ 469 w 498"/>
              <a:gd name="T17" fmla="*/ 72 h 418"/>
              <a:gd name="T18" fmla="*/ 124 w 498"/>
              <a:gd name="T19" fmla="*/ 81 h 4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98" h="418">
                <a:moveTo>
                  <a:pt x="124" y="81"/>
                </a:moveTo>
                <a:lnTo>
                  <a:pt x="124" y="81"/>
                </a:lnTo>
                <a:cubicBezTo>
                  <a:pt x="27" y="134"/>
                  <a:pt x="36" y="222"/>
                  <a:pt x="36" y="258"/>
                </a:cubicBezTo>
                <a:cubicBezTo>
                  <a:pt x="159" y="107"/>
                  <a:pt x="346" y="116"/>
                  <a:pt x="346" y="116"/>
                </a:cubicBezTo>
                <a:cubicBezTo>
                  <a:pt x="346" y="116"/>
                  <a:pt x="80" y="204"/>
                  <a:pt x="9" y="382"/>
                </a:cubicBezTo>
                <a:cubicBezTo>
                  <a:pt x="0" y="400"/>
                  <a:pt x="36" y="417"/>
                  <a:pt x="44" y="400"/>
                </a:cubicBezTo>
                <a:cubicBezTo>
                  <a:pt x="62" y="355"/>
                  <a:pt x="97" y="311"/>
                  <a:pt x="97" y="311"/>
                </a:cubicBezTo>
                <a:cubicBezTo>
                  <a:pt x="151" y="329"/>
                  <a:pt x="230" y="355"/>
                  <a:pt x="293" y="311"/>
                </a:cubicBezTo>
                <a:cubicBezTo>
                  <a:pt x="363" y="258"/>
                  <a:pt x="363" y="134"/>
                  <a:pt x="469" y="72"/>
                </a:cubicBezTo>
                <a:cubicBezTo>
                  <a:pt x="497" y="63"/>
                  <a:pt x="249" y="0"/>
                  <a:pt x="124" y="81"/>
                </a:cubicBezTo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24" name="Freeform 29"/>
          <p:cNvSpPr>
            <a:spLocks noChangeArrowheads="1"/>
          </p:cNvSpPr>
          <p:nvPr/>
        </p:nvSpPr>
        <p:spPr bwMode="auto">
          <a:xfrm>
            <a:off x="3363983" y="4250747"/>
            <a:ext cx="307030" cy="311499"/>
          </a:xfrm>
          <a:custGeom>
            <a:avLst/>
            <a:gdLst>
              <a:gd name="T0" fmla="*/ 248 w 444"/>
              <a:gd name="T1" fmla="*/ 337 h 462"/>
              <a:gd name="T2" fmla="*/ 248 w 444"/>
              <a:gd name="T3" fmla="*/ 337 h 462"/>
              <a:gd name="T4" fmla="*/ 320 w 444"/>
              <a:gd name="T5" fmla="*/ 257 h 462"/>
              <a:gd name="T6" fmla="*/ 443 w 444"/>
              <a:gd name="T7" fmla="*/ 71 h 462"/>
              <a:gd name="T8" fmla="*/ 426 w 444"/>
              <a:gd name="T9" fmla="*/ 53 h 462"/>
              <a:gd name="T10" fmla="*/ 346 w 444"/>
              <a:gd name="T11" fmla="*/ 53 h 462"/>
              <a:gd name="T12" fmla="*/ 222 w 444"/>
              <a:gd name="T13" fmla="*/ 0 h 462"/>
              <a:gd name="T14" fmla="*/ 98 w 444"/>
              <a:gd name="T15" fmla="*/ 53 h 462"/>
              <a:gd name="T16" fmla="*/ 18 w 444"/>
              <a:gd name="T17" fmla="*/ 53 h 462"/>
              <a:gd name="T18" fmla="*/ 0 w 444"/>
              <a:gd name="T19" fmla="*/ 71 h 462"/>
              <a:gd name="T20" fmla="*/ 124 w 444"/>
              <a:gd name="T21" fmla="*/ 257 h 462"/>
              <a:gd name="T22" fmla="*/ 195 w 444"/>
              <a:gd name="T23" fmla="*/ 337 h 462"/>
              <a:gd name="T24" fmla="*/ 195 w 444"/>
              <a:gd name="T25" fmla="*/ 372 h 462"/>
              <a:gd name="T26" fmla="*/ 107 w 444"/>
              <a:gd name="T27" fmla="*/ 416 h 462"/>
              <a:gd name="T28" fmla="*/ 222 w 444"/>
              <a:gd name="T29" fmla="*/ 461 h 462"/>
              <a:gd name="T30" fmla="*/ 328 w 444"/>
              <a:gd name="T31" fmla="*/ 416 h 462"/>
              <a:gd name="T32" fmla="*/ 248 w 444"/>
              <a:gd name="T33" fmla="*/ 372 h 462"/>
              <a:gd name="T34" fmla="*/ 248 w 444"/>
              <a:gd name="T35" fmla="*/ 337 h 462"/>
              <a:gd name="T36" fmla="*/ 320 w 444"/>
              <a:gd name="T37" fmla="*/ 212 h 462"/>
              <a:gd name="T38" fmla="*/ 320 w 444"/>
              <a:gd name="T39" fmla="*/ 212 h 462"/>
              <a:gd name="T40" fmla="*/ 346 w 444"/>
              <a:gd name="T41" fmla="*/ 89 h 462"/>
              <a:gd name="T42" fmla="*/ 408 w 444"/>
              <a:gd name="T43" fmla="*/ 89 h 462"/>
              <a:gd name="T44" fmla="*/ 320 w 444"/>
              <a:gd name="T45" fmla="*/ 212 h 462"/>
              <a:gd name="T46" fmla="*/ 222 w 444"/>
              <a:gd name="T47" fmla="*/ 36 h 462"/>
              <a:gd name="T48" fmla="*/ 222 w 444"/>
              <a:gd name="T49" fmla="*/ 36 h 462"/>
              <a:gd name="T50" fmla="*/ 320 w 444"/>
              <a:gd name="T51" fmla="*/ 71 h 462"/>
              <a:gd name="T52" fmla="*/ 222 w 444"/>
              <a:gd name="T53" fmla="*/ 115 h 462"/>
              <a:gd name="T54" fmla="*/ 124 w 444"/>
              <a:gd name="T55" fmla="*/ 71 h 462"/>
              <a:gd name="T56" fmla="*/ 222 w 444"/>
              <a:gd name="T57" fmla="*/ 36 h 462"/>
              <a:gd name="T58" fmla="*/ 36 w 444"/>
              <a:gd name="T59" fmla="*/ 89 h 462"/>
              <a:gd name="T60" fmla="*/ 36 w 444"/>
              <a:gd name="T61" fmla="*/ 89 h 462"/>
              <a:gd name="T62" fmla="*/ 98 w 444"/>
              <a:gd name="T63" fmla="*/ 89 h 462"/>
              <a:gd name="T64" fmla="*/ 124 w 444"/>
              <a:gd name="T65" fmla="*/ 212 h 462"/>
              <a:gd name="T66" fmla="*/ 36 w 444"/>
              <a:gd name="T67" fmla="*/ 89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25" name="Freeform 30"/>
          <p:cNvSpPr>
            <a:spLocks noChangeArrowheads="1"/>
          </p:cNvSpPr>
          <p:nvPr/>
        </p:nvSpPr>
        <p:spPr bwMode="auto">
          <a:xfrm>
            <a:off x="2664943" y="4921323"/>
            <a:ext cx="340839" cy="318681"/>
          </a:xfrm>
          <a:custGeom>
            <a:avLst/>
            <a:gdLst>
              <a:gd name="T0" fmla="*/ 133 w 498"/>
              <a:gd name="T1" fmla="*/ 469 h 470"/>
              <a:gd name="T2" fmla="*/ 133 w 498"/>
              <a:gd name="T3" fmla="*/ 469 h 470"/>
              <a:gd name="T4" fmla="*/ 186 w 498"/>
              <a:gd name="T5" fmla="*/ 469 h 470"/>
              <a:gd name="T6" fmla="*/ 293 w 498"/>
              <a:gd name="T7" fmla="*/ 265 h 470"/>
              <a:gd name="T8" fmla="*/ 426 w 498"/>
              <a:gd name="T9" fmla="*/ 265 h 470"/>
              <a:gd name="T10" fmla="*/ 497 w 498"/>
              <a:gd name="T11" fmla="*/ 230 h 470"/>
              <a:gd name="T12" fmla="*/ 426 w 498"/>
              <a:gd name="T13" fmla="*/ 195 h 470"/>
              <a:gd name="T14" fmla="*/ 293 w 498"/>
              <a:gd name="T15" fmla="*/ 195 h 470"/>
              <a:gd name="T16" fmla="*/ 186 w 498"/>
              <a:gd name="T17" fmla="*/ 0 h 470"/>
              <a:gd name="T18" fmla="*/ 133 w 498"/>
              <a:gd name="T19" fmla="*/ 0 h 470"/>
              <a:gd name="T20" fmla="*/ 195 w 498"/>
              <a:gd name="T21" fmla="*/ 195 h 470"/>
              <a:gd name="T22" fmla="*/ 107 w 498"/>
              <a:gd name="T23" fmla="*/ 195 h 470"/>
              <a:gd name="T24" fmla="*/ 53 w 498"/>
              <a:gd name="T25" fmla="*/ 150 h 470"/>
              <a:gd name="T26" fmla="*/ 0 w 498"/>
              <a:gd name="T27" fmla="*/ 150 h 470"/>
              <a:gd name="T28" fmla="*/ 36 w 498"/>
              <a:gd name="T29" fmla="*/ 230 h 470"/>
              <a:gd name="T30" fmla="*/ 0 w 498"/>
              <a:gd name="T31" fmla="*/ 319 h 470"/>
              <a:gd name="T32" fmla="*/ 53 w 498"/>
              <a:gd name="T33" fmla="*/ 319 h 470"/>
              <a:gd name="T34" fmla="*/ 107 w 498"/>
              <a:gd name="T35" fmla="*/ 265 h 470"/>
              <a:gd name="T36" fmla="*/ 195 w 498"/>
              <a:gd name="T37" fmla="*/ 265 h 470"/>
              <a:gd name="T38" fmla="*/ 133 w 498"/>
              <a:gd name="T39" fmla="*/ 469 h 4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98" h="470">
                <a:moveTo>
                  <a:pt x="133" y="469"/>
                </a:moveTo>
                <a:lnTo>
                  <a:pt x="133" y="469"/>
                </a:lnTo>
                <a:cubicBezTo>
                  <a:pt x="186" y="469"/>
                  <a:pt x="186" y="469"/>
                  <a:pt x="186" y="469"/>
                </a:cubicBezTo>
                <a:cubicBezTo>
                  <a:pt x="293" y="265"/>
                  <a:pt x="293" y="265"/>
                  <a:pt x="293" y="265"/>
                </a:cubicBezTo>
                <a:cubicBezTo>
                  <a:pt x="426" y="265"/>
                  <a:pt x="426" y="265"/>
                  <a:pt x="426" y="265"/>
                </a:cubicBezTo>
                <a:cubicBezTo>
                  <a:pt x="426" y="265"/>
                  <a:pt x="497" y="265"/>
                  <a:pt x="497" y="230"/>
                </a:cubicBezTo>
                <a:cubicBezTo>
                  <a:pt x="497" y="195"/>
                  <a:pt x="426" y="195"/>
                  <a:pt x="426" y="195"/>
                </a:cubicBezTo>
                <a:cubicBezTo>
                  <a:pt x="293" y="195"/>
                  <a:pt x="293" y="195"/>
                  <a:pt x="293" y="195"/>
                </a:cubicBezTo>
                <a:cubicBezTo>
                  <a:pt x="186" y="0"/>
                  <a:pt x="186" y="0"/>
                  <a:pt x="186" y="0"/>
                </a:cubicBezTo>
                <a:cubicBezTo>
                  <a:pt x="133" y="0"/>
                  <a:pt x="133" y="0"/>
                  <a:pt x="133" y="0"/>
                </a:cubicBezTo>
                <a:cubicBezTo>
                  <a:pt x="195" y="195"/>
                  <a:pt x="195" y="195"/>
                  <a:pt x="195" y="195"/>
                </a:cubicBezTo>
                <a:cubicBezTo>
                  <a:pt x="107" y="195"/>
                  <a:pt x="107" y="195"/>
                  <a:pt x="107" y="195"/>
                </a:cubicBezTo>
                <a:cubicBezTo>
                  <a:pt x="53" y="150"/>
                  <a:pt x="53" y="150"/>
                  <a:pt x="53" y="150"/>
                </a:cubicBezTo>
                <a:cubicBezTo>
                  <a:pt x="0" y="150"/>
                  <a:pt x="0" y="150"/>
                  <a:pt x="0" y="150"/>
                </a:cubicBezTo>
                <a:cubicBezTo>
                  <a:pt x="36" y="230"/>
                  <a:pt x="36" y="230"/>
                  <a:pt x="36" y="230"/>
                </a:cubicBezTo>
                <a:cubicBezTo>
                  <a:pt x="0" y="319"/>
                  <a:pt x="0" y="319"/>
                  <a:pt x="0" y="319"/>
                </a:cubicBezTo>
                <a:cubicBezTo>
                  <a:pt x="53" y="319"/>
                  <a:pt x="53" y="319"/>
                  <a:pt x="53" y="319"/>
                </a:cubicBezTo>
                <a:cubicBezTo>
                  <a:pt x="107" y="265"/>
                  <a:pt x="107" y="265"/>
                  <a:pt x="107" y="265"/>
                </a:cubicBezTo>
                <a:cubicBezTo>
                  <a:pt x="195" y="265"/>
                  <a:pt x="195" y="265"/>
                  <a:pt x="195" y="265"/>
                </a:cubicBezTo>
                <a:lnTo>
                  <a:pt x="133" y="469"/>
                </a:lnTo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grpSp>
        <p:nvGrpSpPr>
          <p:cNvPr id="26" name="Group 1"/>
          <p:cNvGrpSpPr>
            <a:grpSpLocks/>
          </p:cNvGrpSpPr>
          <p:nvPr/>
        </p:nvGrpSpPr>
        <p:grpSpPr bwMode="auto">
          <a:xfrm>
            <a:off x="4725646" y="4926112"/>
            <a:ext cx="319130" cy="308805"/>
            <a:chOff x="7197121" y="8332916"/>
            <a:chExt cx="553830" cy="543285"/>
          </a:xfrm>
          <a:solidFill>
            <a:srgbClr val="354D5A"/>
          </a:solidFill>
        </p:grpSpPr>
        <p:sp>
          <p:nvSpPr>
            <p:cNvPr id="27" name="Freeform 31"/>
            <p:cNvSpPr>
              <a:spLocks noChangeArrowheads="1"/>
            </p:cNvSpPr>
            <p:nvPr/>
          </p:nvSpPr>
          <p:spPr bwMode="auto">
            <a:xfrm>
              <a:off x="7197121" y="8332916"/>
              <a:ext cx="553830" cy="543285"/>
            </a:xfrm>
            <a:custGeom>
              <a:avLst/>
              <a:gdLst>
                <a:gd name="T0" fmla="*/ 231 w 462"/>
                <a:gd name="T1" fmla="*/ 0 h 453"/>
                <a:gd name="T2" fmla="*/ 231 w 462"/>
                <a:gd name="T3" fmla="*/ 0 h 453"/>
                <a:gd name="T4" fmla="*/ 0 w 462"/>
                <a:gd name="T5" fmla="*/ 222 h 453"/>
                <a:gd name="T6" fmla="*/ 231 w 462"/>
                <a:gd name="T7" fmla="*/ 452 h 453"/>
                <a:gd name="T8" fmla="*/ 461 w 462"/>
                <a:gd name="T9" fmla="*/ 222 h 453"/>
                <a:gd name="T10" fmla="*/ 231 w 462"/>
                <a:gd name="T11" fmla="*/ 0 h 453"/>
                <a:gd name="T12" fmla="*/ 231 w 462"/>
                <a:gd name="T13" fmla="*/ 399 h 453"/>
                <a:gd name="T14" fmla="*/ 231 w 462"/>
                <a:gd name="T15" fmla="*/ 399 h 453"/>
                <a:gd name="T16" fmla="*/ 53 w 462"/>
                <a:gd name="T17" fmla="*/ 222 h 453"/>
                <a:gd name="T18" fmla="*/ 231 w 462"/>
                <a:gd name="T19" fmla="*/ 45 h 453"/>
                <a:gd name="T20" fmla="*/ 408 w 462"/>
                <a:gd name="T21" fmla="*/ 222 h 453"/>
                <a:gd name="T22" fmla="*/ 231 w 462"/>
                <a:gd name="T23" fmla="*/ 399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2" h="453">
                  <a:moveTo>
                    <a:pt x="231" y="0"/>
                  </a:moveTo>
                  <a:lnTo>
                    <a:pt x="231" y="0"/>
                  </a:lnTo>
                  <a:cubicBezTo>
                    <a:pt x="106" y="0"/>
                    <a:pt x="0" y="98"/>
                    <a:pt x="0" y="222"/>
                  </a:cubicBezTo>
                  <a:cubicBezTo>
                    <a:pt x="0" y="346"/>
                    <a:pt x="106" y="452"/>
                    <a:pt x="231" y="452"/>
                  </a:cubicBezTo>
                  <a:cubicBezTo>
                    <a:pt x="355" y="452"/>
                    <a:pt x="461" y="346"/>
                    <a:pt x="461" y="222"/>
                  </a:cubicBezTo>
                  <a:cubicBezTo>
                    <a:pt x="461" y="98"/>
                    <a:pt x="355" y="0"/>
                    <a:pt x="231" y="0"/>
                  </a:cubicBezTo>
                  <a:close/>
                  <a:moveTo>
                    <a:pt x="231" y="399"/>
                  </a:moveTo>
                  <a:lnTo>
                    <a:pt x="231" y="399"/>
                  </a:lnTo>
                  <a:cubicBezTo>
                    <a:pt x="133" y="399"/>
                    <a:pt x="53" y="319"/>
                    <a:pt x="53" y="222"/>
                  </a:cubicBezTo>
                  <a:cubicBezTo>
                    <a:pt x="53" y="124"/>
                    <a:pt x="133" y="45"/>
                    <a:pt x="231" y="45"/>
                  </a:cubicBezTo>
                  <a:cubicBezTo>
                    <a:pt x="328" y="45"/>
                    <a:pt x="408" y="124"/>
                    <a:pt x="408" y="222"/>
                  </a:cubicBezTo>
                  <a:cubicBezTo>
                    <a:pt x="408" y="319"/>
                    <a:pt x="328" y="399"/>
                    <a:pt x="231" y="3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Lato Regular" charset="0"/>
                <a:ea typeface="+mn-ea"/>
              </a:endParaRPr>
            </a:p>
          </p:txBody>
        </p:sp>
        <p:sp>
          <p:nvSpPr>
            <p:cNvPr id="28" name="Freeform 32"/>
            <p:cNvSpPr>
              <a:spLocks noChangeArrowheads="1"/>
            </p:cNvSpPr>
            <p:nvPr/>
          </p:nvSpPr>
          <p:spPr bwMode="auto">
            <a:xfrm>
              <a:off x="7450784" y="8450839"/>
              <a:ext cx="126832" cy="261114"/>
            </a:xfrm>
            <a:custGeom>
              <a:avLst/>
              <a:gdLst>
                <a:gd name="T0" fmla="*/ 36 w 107"/>
                <a:gd name="T1" fmla="*/ 0 h 222"/>
                <a:gd name="T2" fmla="*/ 0 w 107"/>
                <a:gd name="T3" fmla="*/ 0 h 222"/>
                <a:gd name="T4" fmla="*/ 0 w 107"/>
                <a:gd name="T5" fmla="*/ 133 h 222"/>
                <a:gd name="T6" fmla="*/ 89 w 107"/>
                <a:gd name="T7" fmla="*/ 221 h 222"/>
                <a:gd name="T8" fmla="*/ 106 w 107"/>
                <a:gd name="T9" fmla="*/ 195 h 222"/>
                <a:gd name="T10" fmla="*/ 36 w 107"/>
                <a:gd name="T11" fmla="*/ 114 h 222"/>
                <a:gd name="T12" fmla="*/ 36 w 107"/>
                <a:gd name="T1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222">
                  <a:moveTo>
                    <a:pt x="36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89" y="221"/>
                  </a:lnTo>
                  <a:lnTo>
                    <a:pt x="106" y="195"/>
                  </a:lnTo>
                  <a:lnTo>
                    <a:pt x="36" y="114"/>
                  </a:lnTo>
                  <a:lnTo>
                    <a:pt x="36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Lato Regular" charset="0"/>
                <a:ea typeface="+mn-ea"/>
              </a:endParaRPr>
            </a:p>
          </p:txBody>
        </p:sp>
      </p:grpSp>
      <p:sp>
        <p:nvSpPr>
          <p:cNvPr id="29" name="Freeform 38"/>
          <p:cNvSpPr>
            <a:spLocks noChangeArrowheads="1"/>
          </p:cNvSpPr>
          <p:nvPr/>
        </p:nvSpPr>
        <p:spPr bwMode="auto">
          <a:xfrm>
            <a:off x="6860103" y="4925812"/>
            <a:ext cx="137981" cy="308806"/>
          </a:xfrm>
          <a:custGeom>
            <a:avLst/>
            <a:gdLst>
              <a:gd name="T0" fmla="*/ 26 w 205"/>
              <a:gd name="T1" fmla="*/ 443 h 453"/>
              <a:gd name="T2" fmla="*/ 26 w 205"/>
              <a:gd name="T3" fmla="*/ 443 h 453"/>
              <a:gd name="T4" fmla="*/ 106 w 205"/>
              <a:gd name="T5" fmla="*/ 266 h 453"/>
              <a:gd name="T6" fmla="*/ 8 w 205"/>
              <a:gd name="T7" fmla="*/ 212 h 453"/>
              <a:gd name="T8" fmla="*/ 186 w 205"/>
              <a:gd name="T9" fmla="*/ 0 h 453"/>
              <a:gd name="T10" fmla="*/ 106 w 205"/>
              <a:gd name="T11" fmla="*/ 187 h 453"/>
              <a:gd name="T12" fmla="*/ 204 w 205"/>
              <a:gd name="T13" fmla="*/ 240 h 453"/>
              <a:gd name="T14" fmla="*/ 26 w 205"/>
              <a:gd name="T15" fmla="*/ 443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5" h="453">
                <a:moveTo>
                  <a:pt x="26" y="443"/>
                </a:moveTo>
                <a:lnTo>
                  <a:pt x="26" y="443"/>
                </a:lnTo>
                <a:cubicBezTo>
                  <a:pt x="17" y="443"/>
                  <a:pt x="106" y="266"/>
                  <a:pt x="106" y="266"/>
                </a:cubicBezTo>
                <a:cubicBezTo>
                  <a:pt x="97" y="257"/>
                  <a:pt x="8" y="231"/>
                  <a:pt x="8" y="212"/>
                </a:cubicBezTo>
                <a:cubicBezTo>
                  <a:pt x="0" y="196"/>
                  <a:pt x="177" y="0"/>
                  <a:pt x="186" y="0"/>
                </a:cubicBezTo>
                <a:cubicBezTo>
                  <a:pt x="186" y="9"/>
                  <a:pt x="106" y="177"/>
                  <a:pt x="106" y="187"/>
                </a:cubicBezTo>
                <a:cubicBezTo>
                  <a:pt x="114" y="196"/>
                  <a:pt x="204" y="222"/>
                  <a:pt x="204" y="240"/>
                </a:cubicBezTo>
                <a:cubicBezTo>
                  <a:pt x="204" y="249"/>
                  <a:pt x="35" y="452"/>
                  <a:pt x="26" y="443"/>
                </a:cubicBezTo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30" name="Freeform 39"/>
          <p:cNvSpPr>
            <a:spLocks noChangeArrowheads="1"/>
          </p:cNvSpPr>
          <p:nvPr/>
        </p:nvSpPr>
        <p:spPr bwMode="auto">
          <a:xfrm>
            <a:off x="6097098" y="4925812"/>
            <a:ext cx="307030" cy="301624"/>
          </a:xfrm>
          <a:custGeom>
            <a:avLst/>
            <a:gdLst>
              <a:gd name="T0" fmla="*/ 399 w 444"/>
              <a:gd name="T1" fmla="*/ 53 h 444"/>
              <a:gd name="T2" fmla="*/ 399 w 444"/>
              <a:gd name="T3" fmla="*/ 53 h 444"/>
              <a:gd name="T4" fmla="*/ 372 w 444"/>
              <a:gd name="T5" fmla="*/ 53 h 444"/>
              <a:gd name="T6" fmla="*/ 372 w 444"/>
              <a:gd name="T7" fmla="*/ 98 h 444"/>
              <a:gd name="T8" fmla="*/ 293 w 444"/>
              <a:gd name="T9" fmla="*/ 98 h 444"/>
              <a:gd name="T10" fmla="*/ 293 w 444"/>
              <a:gd name="T11" fmla="*/ 53 h 444"/>
              <a:gd name="T12" fmla="*/ 151 w 444"/>
              <a:gd name="T13" fmla="*/ 53 h 444"/>
              <a:gd name="T14" fmla="*/ 151 w 444"/>
              <a:gd name="T15" fmla="*/ 98 h 444"/>
              <a:gd name="T16" fmla="*/ 71 w 444"/>
              <a:gd name="T17" fmla="*/ 98 h 444"/>
              <a:gd name="T18" fmla="*/ 71 w 444"/>
              <a:gd name="T19" fmla="*/ 53 h 444"/>
              <a:gd name="T20" fmla="*/ 45 w 444"/>
              <a:gd name="T21" fmla="*/ 53 h 444"/>
              <a:gd name="T22" fmla="*/ 0 w 444"/>
              <a:gd name="T23" fmla="*/ 98 h 444"/>
              <a:gd name="T24" fmla="*/ 0 w 444"/>
              <a:gd name="T25" fmla="*/ 399 h 444"/>
              <a:gd name="T26" fmla="*/ 45 w 444"/>
              <a:gd name="T27" fmla="*/ 443 h 444"/>
              <a:gd name="T28" fmla="*/ 399 w 444"/>
              <a:gd name="T29" fmla="*/ 443 h 444"/>
              <a:gd name="T30" fmla="*/ 443 w 444"/>
              <a:gd name="T31" fmla="*/ 399 h 444"/>
              <a:gd name="T32" fmla="*/ 443 w 444"/>
              <a:gd name="T33" fmla="*/ 98 h 444"/>
              <a:gd name="T34" fmla="*/ 399 w 444"/>
              <a:gd name="T35" fmla="*/ 53 h 444"/>
              <a:gd name="T36" fmla="*/ 399 w 444"/>
              <a:gd name="T37" fmla="*/ 399 h 444"/>
              <a:gd name="T38" fmla="*/ 399 w 444"/>
              <a:gd name="T39" fmla="*/ 399 h 444"/>
              <a:gd name="T40" fmla="*/ 45 w 444"/>
              <a:gd name="T41" fmla="*/ 399 h 444"/>
              <a:gd name="T42" fmla="*/ 45 w 444"/>
              <a:gd name="T43" fmla="*/ 196 h 444"/>
              <a:gd name="T44" fmla="*/ 399 w 444"/>
              <a:gd name="T45" fmla="*/ 196 h 444"/>
              <a:gd name="T46" fmla="*/ 399 w 444"/>
              <a:gd name="T47" fmla="*/ 399 h 444"/>
              <a:gd name="T48" fmla="*/ 124 w 444"/>
              <a:gd name="T49" fmla="*/ 0 h 444"/>
              <a:gd name="T50" fmla="*/ 124 w 444"/>
              <a:gd name="T51" fmla="*/ 0 h 444"/>
              <a:gd name="T52" fmla="*/ 89 w 444"/>
              <a:gd name="T53" fmla="*/ 0 h 444"/>
              <a:gd name="T54" fmla="*/ 89 w 444"/>
              <a:gd name="T55" fmla="*/ 89 h 444"/>
              <a:gd name="T56" fmla="*/ 124 w 444"/>
              <a:gd name="T57" fmla="*/ 89 h 444"/>
              <a:gd name="T58" fmla="*/ 124 w 444"/>
              <a:gd name="T59" fmla="*/ 0 h 444"/>
              <a:gd name="T60" fmla="*/ 354 w 444"/>
              <a:gd name="T61" fmla="*/ 0 h 444"/>
              <a:gd name="T62" fmla="*/ 354 w 444"/>
              <a:gd name="T63" fmla="*/ 0 h 444"/>
              <a:gd name="T64" fmla="*/ 319 w 444"/>
              <a:gd name="T65" fmla="*/ 0 h 444"/>
              <a:gd name="T66" fmla="*/ 319 w 444"/>
              <a:gd name="T67" fmla="*/ 89 h 444"/>
              <a:gd name="T68" fmla="*/ 354 w 444"/>
              <a:gd name="T69" fmla="*/ 89 h 444"/>
              <a:gd name="T70" fmla="*/ 354 w 444"/>
              <a:gd name="T71" fmla="*/ 0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44" h="444">
                <a:moveTo>
                  <a:pt x="399" y="53"/>
                </a:moveTo>
                <a:lnTo>
                  <a:pt x="399" y="53"/>
                </a:lnTo>
                <a:cubicBezTo>
                  <a:pt x="372" y="53"/>
                  <a:pt x="372" y="53"/>
                  <a:pt x="372" y="53"/>
                </a:cubicBezTo>
                <a:cubicBezTo>
                  <a:pt x="372" y="98"/>
                  <a:pt x="372" y="98"/>
                  <a:pt x="372" y="98"/>
                </a:cubicBezTo>
                <a:cubicBezTo>
                  <a:pt x="293" y="98"/>
                  <a:pt x="293" y="98"/>
                  <a:pt x="293" y="98"/>
                </a:cubicBezTo>
                <a:cubicBezTo>
                  <a:pt x="293" y="53"/>
                  <a:pt x="293" y="53"/>
                  <a:pt x="293" y="53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151" y="98"/>
                  <a:pt x="151" y="98"/>
                  <a:pt x="151" y="98"/>
                </a:cubicBezTo>
                <a:cubicBezTo>
                  <a:pt x="71" y="98"/>
                  <a:pt x="71" y="98"/>
                  <a:pt x="71" y="98"/>
                </a:cubicBezTo>
                <a:cubicBezTo>
                  <a:pt x="71" y="53"/>
                  <a:pt x="71" y="53"/>
                  <a:pt x="71" y="53"/>
                </a:cubicBezTo>
                <a:cubicBezTo>
                  <a:pt x="45" y="53"/>
                  <a:pt x="45" y="53"/>
                  <a:pt x="45" y="53"/>
                </a:cubicBezTo>
                <a:cubicBezTo>
                  <a:pt x="18" y="53"/>
                  <a:pt x="0" y="71"/>
                  <a:pt x="0" y="98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5"/>
                  <a:pt x="18" y="443"/>
                  <a:pt x="45" y="443"/>
                </a:cubicBezTo>
                <a:cubicBezTo>
                  <a:pt x="399" y="443"/>
                  <a:pt x="399" y="443"/>
                  <a:pt x="399" y="443"/>
                </a:cubicBezTo>
                <a:cubicBezTo>
                  <a:pt x="425" y="443"/>
                  <a:pt x="443" y="425"/>
                  <a:pt x="443" y="399"/>
                </a:cubicBezTo>
                <a:cubicBezTo>
                  <a:pt x="443" y="98"/>
                  <a:pt x="443" y="98"/>
                  <a:pt x="443" y="98"/>
                </a:cubicBezTo>
                <a:cubicBezTo>
                  <a:pt x="443" y="71"/>
                  <a:pt x="425" y="53"/>
                  <a:pt x="399" y="53"/>
                </a:cubicBezTo>
                <a:close/>
                <a:moveTo>
                  <a:pt x="399" y="399"/>
                </a:moveTo>
                <a:lnTo>
                  <a:pt x="399" y="399"/>
                </a:lnTo>
                <a:cubicBezTo>
                  <a:pt x="45" y="399"/>
                  <a:pt x="45" y="399"/>
                  <a:pt x="45" y="399"/>
                </a:cubicBezTo>
                <a:cubicBezTo>
                  <a:pt x="45" y="196"/>
                  <a:pt x="45" y="196"/>
                  <a:pt x="45" y="196"/>
                </a:cubicBezTo>
                <a:cubicBezTo>
                  <a:pt x="399" y="196"/>
                  <a:pt x="399" y="196"/>
                  <a:pt x="399" y="196"/>
                </a:cubicBezTo>
                <a:lnTo>
                  <a:pt x="399" y="399"/>
                </a:lnTo>
                <a:close/>
                <a:moveTo>
                  <a:pt x="124" y="0"/>
                </a:moveTo>
                <a:lnTo>
                  <a:pt x="124" y="0"/>
                </a:lnTo>
                <a:cubicBezTo>
                  <a:pt x="89" y="0"/>
                  <a:pt x="89" y="0"/>
                  <a:pt x="89" y="0"/>
                </a:cubicBezTo>
                <a:cubicBezTo>
                  <a:pt x="89" y="89"/>
                  <a:pt x="89" y="89"/>
                  <a:pt x="89" y="89"/>
                </a:cubicBezTo>
                <a:cubicBezTo>
                  <a:pt x="124" y="89"/>
                  <a:pt x="124" y="89"/>
                  <a:pt x="124" y="89"/>
                </a:cubicBezTo>
                <a:lnTo>
                  <a:pt x="124" y="0"/>
                </a:lnTo>
                <a:close/>
                <a:moveTo>
                  <a:pt x="354" y="0"/>
                </a:moveTo>
                <a:lnTo>
                  <a:pt x="354" y="0"/>
                </a:lnTo>
                <a:cubicBezTo>
                  <a:pt x="319" y="0"/>
                  <a:pt x="319" y="0"/>
                  <a:pt x="319" y="0"/>
                </a:cubicBezTo>
                <a:cubicBezTo>
                  <a:pt x="319" y="89"/>
                  <a:pt x="319" y="89"/>
                  <a:pt x="319" y="89"/>
                </a:cubicBezTo>
                <a:cubicBezTo>
                  <a:pt x="354" y="89"/>
                  <a:pt x="354" y="89"/>
                  <a:pt x="354" y="89"/>
                </a:cubicBezTo>
                <a:lnTo>
                  <a:pt x="354" y="0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31" name="Freeform 40"/>
          <p:cNvSpPr>
            <a:spLocks noChangeArrowheads="1"/>
          </p:cNvSpPr>
          <p:nvPr/>
        </p:nvSpPr>
        <p:spPr bwMode="auto">
          <a:xfrm>
            <a:off x="5456538" y="5033535"/>
            <a:ext cx="222049" cy="213651"/>
          </a:xfrm>
          <a:custGeom>
            <a:avLst/>
            <a:gdLst>
              <a:gd name="T0" fmla="*/ 311 w 320"/>
              <a:gd name="T1" fmla="*/ 0 h 312"/>
              <a:gd name="T2" fmla="*/ 311 w 320"/>
              <a:gd name="T3" fmla="*/ 0 h 312"/>
              <a:gd name="T4" fmla="*/ 293 w 320"/>
              <a:gd name="T5" fmla="*/ 0 h 312"/>
              <a:gd name="T6" fmla="*/ 284 w 320"/>
              <a:gd name="T7" fmla="*/ 9 h 312"/>
              <a:gd name="T8" fmla="*/ 284 w 320"/>
              <a:gd name="T9" fmla="*/ 72 h 312"/>
              <a:gd name="T10" fmla="*/ 160 w 320"/>
              <a:gd name="T11" fmla="*/ 160 h 312"/>
              <a:gd name="T12" fmla="*/ 36 w 320"/>
              <a:gd name="T13" fmla="*/ 72 h 312"/>
              <a:gd name="T14" fmla="*/ 36 w 320"/>
              <a:gd name="T15" fmla="*/ 9 h 312"/>
              <a:gd name="T16" fmla="*/ 28 w 320"/>
              <a:gd name="T17" fmla="*/ 0 h 312"/>
              <a:gd name="T18" fmla="*/ 9 w 320"/>
              <a:gd name="T19" fmla="*/ 0 h 312"/>
              <a:gd name="T20" fmla="*/ 0 w 320"/>
              <a:gd name="T21" fmla="*/ 9 h 312"/>
              <a:gd name="T22" fmla="*/ 0 w 320"/>
              <a:gd name="T23" fmla="*/ 72 h 312"/>
              <a:gd name="T24" fmla="*/ 134 w 320"/>
              <a:gd name="T25" fmla="*/ 196 h 312"/>
              <a:gd name="T26" fmla="*/ 134 w 320"/>
              <a:gd name="T27" fmla="*/ 266 h 312"/>
              <a:gd name="T28" fmla="*/ 72 w 320"/>
              <a:gd name="T29" fmla="*/ 266 h 312"/>
              <a:gd name="T30" fmla="*/ 63 w 320"/>
              <a:gd name="T31" fmla="*/ 275 h 312"/>
              <a:gd name="T32" fmla="*/ 63 w 320"/>
              <a:gd name="T33" fmla="*/ 302 h 312"/>
              <a:gd name="T34" fmla="*/ 72 w 320"/>
              <a:gd name="T35" fmla="*/ 311 h 312"/>
              <a:gd name="T36" fmla="*/ 249 w 320"/>
              <a:gd name="T37" fmla="*/ 311 h 312"/>
              <a:gd name="T38" fmla="*/ 257 w 320"/>
              <a:gd name="T39" fmla="*/ 302 h 312"/>
              <a:gd name="T40" fmla="*/ 257 w 320"/>
              <a:gd name="T41" fmla="*/ 275 h 312"/>
              <a:gd name="T42" fmla="*/ 249 w 320"/>
              <a:gd name="T43" fmla="*/ 266 h 312"/>
              <a:gd name="T44" fmla="*/ 187 w 320"/>
              <a:gd name="T45" fmla="*/ 266 h 312"/>
              <a:gd name="T46" fmla="*/ 187 w 320"/>
              <a:gd name="T47" fmla="*/ 196 h 312"/>
              <a:gd name="T48" fmla="*/ 319 w 320"/>
              <a:gd name="T49" fmla="*/ 72 h 312"/>
              <a:gd name="T50" fmla="*/ 319 w 320"/>
              <a:gd name="T51" fmla="*/ 9 h 312"/>
              <a:gd name="T52" fmla="*/ 311 w 320"/>
              <a:gd name="T53" fmla="*/ 0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20" h="312">
                <a:moveTo>
                  <a:pt x="311" y="0"/>
                </a:moveTo>
                <a:lnTo>
                  <a:pt x="311" y="0"/>
                </a:lnTo>
                <a:cubicBezTo>
                  <a:pt x="293" y="0"/>
                  <a:pt x="293" y="0"/>
                  <a:pt x="293" y="0"/>
                </a:cubicBezTo>
                <a:cubicBezTo>
                  <a:pt x="284" y="0"/>
                  <a:pt x="284" y="0"/>
                  <a:pt x="284" y="9"/>
                </a:cubicBezTo>
                <a:cubicBezTo>
                  <a:pt x="284" y="72"/>
                  <a:pt x="284" y="72"/>
                  <a:pt x="284" y="72"/>
                </a:cubicBezTo>
                <a:cubicBezTo>
                  <a:pt x="284" y="107"/>
                  <a:pt x="257" y="160"/>
                  <a:pt x="160" y="160"/>
                </a:cubicBezTo>
                <a:cubicBezTo>
                  <a:pt x="63" y="160"/>
                  <a:pt x="36" y="107"/>
                  <a:pt x="36" y="72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0"/>
                  <a:pt x="28" y="0"/>
                  <a:pt x="28" y="0"/>
                </a:cubicBezTo>
                <a:cubicBezTo>
                  <a:pt x="9" y="0"/>
                  <a:pt x="9" y="0"/>
                  <a:pt x="9" y="0"/>
                </a:cubicBezTo>
                <a:cubicBezTo>
                  <a:pt x="9" y="0"/>
                  <a:pt x="0" y="0"/>
                  <a:pt x="0" y="9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134"/>
                  <a:pt x="44" y="187"/>
                  <a:pt x="134" y="196"/>
                </a:cubicBezTo>
                <a:cubicBezTo>
                  <a:pt x="134" y="266"/>
                  <a:pt x="134" y="266"/>
                  <a:pt x="134" y="266"/>
                </a:cubicBezTo>
                <a:cubicBezTo>
                  <a:pt x="72" y="266"/>
                  <a:pt x="72" y="266"/>
                  <a:pt x="72" y="266"/>
                </a:cubicBezTo>
                <a:cubicBezTo>
                  <a:pt x="63" y="266"/>
                  <a:pt x="63" y="266"/>
                  <a:pt x="63" y="275"/>
                </a:cubicBezTo>
                <a:cubicBezTo>
                  <a:pt x="63" y="302"/>
                  <a:pt x="63" y="302"/>
                  <a:pt x="63" y="302"/>
                </a:cubicBezTo>
                <a:cubicBezTo>
                  <a:pt x="63" y="311"/>
                  <a:pt x="63" y="311"/>
                  <a:pt x="72" y="311"/>
                </a:cubicBezTo>
                <a:cubicBezTo>
                  <a:pt x="249" y="311"/>
                  <a:pt x="249" y="311"/>
                  <a:pt x="249" y="311"/>
                </a:cubicBezTo>
                <a:cubicBezTo>
                  <a:pt x="257" y="311"/>
                  <a:pt x="257" y="311"/>
                  <a:pt x="257" y="302"/>
                </a:cubicBezTo>
                <a:cubicBezTo>
                  <a:pt x="257" y="275"/>
                  <a:pt x="257" y="275"/>
                  <a:pt x="257" y="275"/>
                </a:cubicBezTo>
                <a:cubicBezTo>
                  <a:pt x="257" y="266"/>
                  <a:pt x="257" y="266"/>
                  <a:pt x="249" y="266"/>
                </a:cubicBezTo>
                <a:cubicBezTo>
                  <a:pt x="187" y="266"/>
                  <a:pt x="187" y="266"/>
                  <a:pt x="187" y="266"/>
                </a:cubicBezTo>
                <a:cubicBezTo>
                  <a:pt x="187" y="196"/>
                  <a:pt x="187" y="196"/>
                  <a:pt x="187" y="196"/>
                </a:cubicBezTo>
                <a:cubicBezTo>
                  <a:pt x="275" y="187"/>
                  <a:pt x="319" y="134"/>
                  <a:pt x="319" y="72"/>
                </a:cubicBezTo>
                <a:cubicBezTo>
                  <a:pt x="319" y="9"/>
                  <a:pt x="319" y="9"/>
                  <a:pt x="319" y="9"/>
                </a:cubicBezTo>
                <a:cubicBezTo>
                  <a:pt x="319" y="0"/>
                  <a:pt x="311" y="0"/>
                  <a:pt x="311" y="0"/>
                </a:cubicBezTo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32" name="Freeform 41"/>
          <p:cNvSpPr>
            <a:spLocks noChangeArrowheads="1"/>
          </p:cNvSpPr>
          <p:nvPr/>
        </p:nvSpPr>
        <p:spPr bwMode="auto">
          <a:xfrm>
            <a:off x="5517762" y="5033535"/>
            <a:ext cx="96860" cy="81690"/>
          </a:xfrm>
          <a:custGeom>
            <a:avLst/>
            <a:gdLst>
              <a:gd name="T0" fmla="*/ 71 w 143"/>
              <a:gd name="T1" fmla="*/ 116 h 117"/>
              <a:gd name="T2" fmla="*/ 71 w 143"/>
              <a:gd name="T3" fmla="*/ 116 h 117"/>
              <a:gd name="T4" fmla="*/ 142 w 143"/>
              <a:gd name="T5" fmla="*/ 72 h 117"/>
              <a:gd name="T6" fmla="*/ 142 w 143"/>
              <a:gd name="T7" fmla="*/ 0 h 117"/>
              <a:gd name="T8" fmla="*/ 0 w 143"/>
              <a:gd name="T9" fmla="*/ 0 h 117"/>
              <a:gd name="T10" fmla="*/ 0 w 143"/>
              <a:gd name="T11" fmla="*/ 72 h 117"/>
              <a:gd name="T12" fmla="*/ 71 w 143"/>
              <a:gd name="T13" fmla="*/ 116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3" h="117">
                <a:moveTo>
                  <a:pt x="71" y="116"/>
                </a:moveTo>
                <a:lnTo>
                  <a:pt x="71" y="116"/>
                </a:lnTo>
                <a:cubicBezTo>
                  <a:pt x="133" y="116"/>
                  <a:pt x="142" y="90"/>
                  <a:pt x="142" y="72"/>
                </a:cubicBezTo>
                <a:cubicBezTo>
                  <a:pt x="142" y="0"/>
                  <a:pt x="142" y="0"/>
                  <a:pt x="1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90"/>
                  <a:pt x="9" y="116"/>
                  <a:pt x="71" y="116"/>
                </a:cubicBezTo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33" name="Freeform 42"/>
          <p:cNvSpPr>
            <a:spLocks noChangeArrowheads="1"/>
          </p:cNvSpPr>
          <p:nvPr/>
        </p:nvSpPr>
        <p:spPr bwMode="auto">
          <a:xfrm>
            <a:off x="5517762" y="4909653"/>
            <a:ext cx="96860" cy="100541"/>
          </a:xfrm>
          <a:custGeom>
            <a:avLst/>
            <a:gdLst>
              <a:gd name="T0" fmla="*/ 142 w 143"/>
              <a:gd name="T1" fmla="*/ 44 h 151"/>
              <a:gd name="T2" fmla="*/ 142 w 143"/>
              <a:gd name="T3" fmla="*/ 44 h 151"/>
              <a:gd name="T4" fmla="*/ 71 w 143"/>
              <a:gd name="T5" fmla="*/ 0 h 151"/>
              <a:gd name="T6" fmla="*/ 0 w 143"/>
              <a:gd name="T7" fmla="*/ 44 h 151"/>
              <a:gd name="T8" fmla="*/ 0 w 143"/>
              <a:gd name="T9" fmla="*/ 150 h 151"/>
              <a:gd name="T10" fmla="*/ 142 w 143"/>
              <a:gd name="T11" fmla="*/ 150 h 151"/>
              <a:gd name="T12" fmla="*/ 142 w 143"/>
              <a:gd name="T13" fmla="*/ 44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3" h="151">
                <a:moveTo>
                  <a:pt x="142" y="44"/>
                </a:moveTo>
                <a:lnTo>
                  <a:pt x="142" y="44"/>
                </a:lnTo>
                <a:cubicBezTo>
                  <a:pt x="142" y="26"/>
                  <a:pt x="133" y="0"/>
                  <a:pt x="71" y="0"/>
                </a:cubicBezTo>
                <a:cubicBezTo>
                  <a:pt x="9" y="0"/>
                  <a:pt x="0" y="26"/>
                  <a:pt x="0" y="44"/>
                </a:cubicBezTo>
                <a:cubicBezTo>
                  <a:pt x="0" y="150"/>
                  <a:pt x="0" y="150"/>
                  <a:pt x="0" y="150"/>
                </a:cubicBezTo>
                <a:cubicBezTo>
                  <a:pt x="142" y="150"/>
                  <a:pt x="142" y="150"/>
                  <a:pt x="142" y="150"/>
                </a:cubicBezTo>
                <a:lnTo>
                  <a:pt x="142" y="44"/>
                </a:lnTo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34" name="Freeform 45"/>
          <p:cNvSpPr>
            <a:spLocks noChangeArrowheads="1"/>
          </p:cNvSpPr>
          <p:nvPr/>
        </p:nvSpPr>
        <p:spPr bwMode="auto">
          <a:xfrm>
            <a:off x="5431866" y="2261463"/>
            <a:ext cx="270479" cy="263922"/>
          </a:xfrm>
          <a:custGeom>
            <a:avLst/>
            <a:gdLst>
              <a:gd name="T0" fmla="*/ 354 w 391"/>
              <a:gd name="T1" fmla="*/ 35 h 391"/>
              <a:gd name="T2" fmla="*/ 354 w 391"/>
              <a:gd name="T3" fmla="*/ 35 h 391"/>
              <a:gd name="T4" fmla="*/ 292 w 391"/>
              <a:gd name="T5" fmla="*/ 0 h 391"/>
              <a:gd name="T6" fmla="*/ 169 w 391"/>
              <a:gd name="T7" fmla="*/ 133 h 391"/>
              <a:gd name="T8" fmla="*/ 26 w 391"/>
              <a:gd name="T9" fmla="*/ 275 h 391"/>
              <a:gd name="T10" fmla="*/ 0 w 391"/>
              <a:gd name="T11" fmla="*/ 390 h 391"/>
              <a:gd name="T12" fmla="*/ 116 w 391"/>
              <a:gd name="T13" fmla="*/ 363 h 391"/>
              <a:gd name="T14" fmla="*/ 266 w 391"/>
              <a:gd name="T15" fmla="*/ 222 h 391"/>
              <a:gd name="T16" fmla="*/ 390 w 391"/>
              <a:gd name="T17" fmla="*/ 97 h 391"/>
              <a:gd name="T18" fmla="*/ 354 w 391"/>
              <a:gd name="T19" fmla="*/ 35 h 391"/>
              <a:gd name="T20" fmla="*/ 116 w 391"/>
              <a:gd name="T21" fmla="*/ 354 h 391"/>
              <a:gd name="T22" fmla="*/ 116 w 391"/>
              <a:gd name="T23" fmla="*/ 354 h 391"/>
              <a:gd name="T24" fmla="*/ 71 w 391"/>
              <a:gd name="T25" fmla="*/ 363 h 391"/>
              <a:gd name="T26" fmla="*/ 54 w 391"/>
              <a:gd name="T27" fmla="*/ 337 h 391"/>
              <a:gd name="T28" fmla="*/ 35 w 391"/>
              <a:gd name="T29" fmla="*/ 319 h 391"/>
              <a:gd name="T30" fmla="*/ 44 w 391"/>
              <a:gd name="T31" fmla="*/ 284 h 391"/>
              <a:gd name="T32" fmla="*/ 54 w 391"/>
              <a:gd name="T33" fmla="*/ 266 h 391"/>
              <a:gd name="T34" fmla="*/ 98 w 391"/>
              <a:gd name="T35" fmla="*/ 292 h 391"/>
              <a:gd name="T36" fmla="*/ 124 w 391"/>
              <a:gd name="T37" fmla="*/ 337 h 391"/>
              <a:gd name="T38" fmla="*/ 116 w 391"/>
              <a:gd name="T39" fmla="*/ 354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1" h="391">
                <a:moveTo>
                  <a:pt x="354" y="35"/>
                </a:moveTo>
                <a:lnTo>
                  <a:pt x="354" y="35"/>
                </a:lnTo>
                <a:cubicBezTo>
                  <a:pt x="319" y="0"/>
                  <a:pt x="292" y="0"/>
                  <a:pt x="292" y="0"/>
                </a:cubicBezTo>
                <a:cubicBezTo>
                  <a:pt x="169" y="133"/>
                  <a:pt x="169" y="133"/>
                  <a:pt x="169" y="133"/>
                </a:cubicBezTo>
                <a:cubicBezTo>
                  <a:pt x="26" y="275"/>
                  <a:pt x="26" y="275"/>
                  <a:pt x="26" y="275"/>
                </a:cubicBezTo>
                <a:cubicBezTo>
                  <a:pt x="0" y="390"/>
                  <a:pt x="0" y="390"/>
                  <a:pt x="0" y="390"/>
                </a:cubicBezTo>
                <a:cubicBezTo>
                  <a:pt x="116" y="363"/>
                  <a:pt x="116" y="363"/>
                  <a:pt x="116" y="363"/>
                </a:cubicBezTo>
                <a:cubicBezTo>
                  <a:pt x="266" y="222"/>
                  <a:pt x="266" y="222"/>
                  <a:pt x="266" y="222"/>
                </a:cubicBezTo>
                <a:cubicBezTo>
                  <a:pt x="390" y="97"/>
                  <a:pt x="390" y="97"/>
                  <a:pt x="390" y="97"/>
                </a:cubicBezTo>
                <a:cubicBezTo>
                  <a:pt x="390" y="97"/>
                  <a:pt x="390" y="71"/>
                  <a:pt x="354" y="35"/>
                </a:cubicBezTo>
                <a:close/>
                <a:moveTo>
                  <a:pt x="116" y="354"/>
                </a:moveTo>
                <a:lnTo>
                  <a:pt x="116" y="354"/>
                </a:lnTo>
                <a:cubicBezTo>
                  <a:pt x="71" y="363"/>
                  <a:pt x="71" y="363"/>
                  <a:pt x="71" y="363"/>
                </a:cubicBezTo>
                <a:cubicBezTo>
                  <a:pt x="71" y="354"/>
                  <a:pt x="63" y="346"/>
                  <a:pt x="54" y="337"/>
                </a:cubicBezTo>
                <a:cubicBezTo>
                  <a:pt x="44" y="328"/>
                  <a:pt x="35" y="328"/>
                  <a:pt x="35" y="319"/>
                </a:cubicBezTo>
                <a:cubicBezTo>
                  <a:pt x="44" y="284"/>
                  <a:pt x="44" y="284"/>
                  <a:pt x="44" y="284"/>
                </a:cubicBezTo>
                <a:cubicBezTo>
                  <a:pt x="54" y="266"/>
                  <a:pt x="54" y="266"/>
                  <a:pt x="54" y="266"/>
                </a:cubicBezTo>
                <a:cubicBezTo>
                  <a:pt x="54" y="266"/>
                  <a:pt x="71" y="266"/>
                  <a:pt x="98" y="292"/>
                </a:cubicBezTo>
                <a:cubicBezTo>
                  <a:pt x="124" y="319"/>
                  <a:pt x="124" y="337"/>
                  <a:pt x="124" y="337"/>
                </a:cubicBezTo>
                <a:lnTo>
                  <a:pt x="116" y="354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35" name="Freeform 50"/>
          <p:cNvSpPr>
            <a:spLocks noChangeArrowheads="1"/>
          </p:cNvSpPr>
          <p:nvPr/>
        </p:nvSpPr>
        <p:spPr bwMode="auto">
          <a:xfrm>
            <a:off x="1309808" y="2242612"/>
            <a:ext cx="307030" cy="298931"/>
          </a:xfrm>
          <a:custGeom>
            <a:avLst/>
            <a:gdLst>
              <a:gd name="T0" fmla="*/ 257 w 444"/>
              <a:gd name="T1" fmla="*/ 257 h 443"/>
              <a:gd name="T2" fmla="*/ 257 w 444"/>
              <a:gd name="T3" fmla="*/ 257 h 443"/>
              <a:gd name="T4" fmla="*/ 160 w 444"/>
              <a:gd name="T5" fmla="*/ 310 h 443"/>
              <a:gd name="T6" fmla="*/ 62 w 444"/>
              <a:gd name="T7" fmla="*/ 310 h 443"/>
              <a:gd name="T8" fmla="*/ 71 w 444"/>
              <a:gd name="T9" fmla="*/ 407 h 443"/>
              <a:gd name="T10" fmla="*/ 310 w 444"/>
              <a:gd name="T11" fmla="*/ 310 h 443"/>
              <a:gd name="T12" fmla="*/ 416 w 444"/>
              <a:gd name="T13" fmla="*/ 61 h 443"/>
              <a:gd name="T14" fmla="*/ 319 w 444"/>
              <a:gd name="T15" fmla="*/ 53 h 443"/>
              <a:gd name="T16" fmla="*/ 319 w 444"/>
              <a:gd name="T17" fmla="*/ 151 h 443"/>
              <a:gd name="T18" fmla="*/ 257 w 444"/>
              <a:gd name="T19" fmla="*/ 257 h 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4" h="443">
                <a:moveTo>
                  <a:pt x="257" y="257"/>
                </a:moveTo>
                <a:lnTo>
                  <a:pt x="257" y="257"/>
                </a:lnTo>
                <a:cubicBezTo>
                  <a:pt x="222" y="292"/>
                  <a:pt x="177" y="327"/>
                  <a:pt x="160" y="310"/>
                </a:cubicBezTo>
                <a:cubicBezTo>
                  <a:pt x="133" y="283"/>
                  <a:pt x="115" y="265"/>
                  <a:pt x="62" y="310"/>
                </a:cubicBezTo>
                <a:cubicBezTo>
                  <a:pt x="0" y="354"/>
                  <a:pt x="44" y="389"/>
                  <a:pt x="71" y="407"/>
                </a:cubicBezTo>
                <a:cubicBezTo>
                  <a:pt x="97" y="442"/>
                  <a:pt x="204" y="416"/>
                  <a:pt x="310" y="310"/>
                </a:cubicBezTo>
                <a:cubicBezTo>
                  <a:pt x="416" y="204"/>
                  <a:pt x="443" y="97"/>
                  <a:pt x="416" y="61"/>
                </a:cubicBezTo>
                <a:cubicBezTo>
                  <a:pt x="390" y="35"/>
                  <a:pt x="363" y="0"/>
                  <a:pt x="319" y="53"/>
                </a:cubicBezTo>
                <a:cubicBezTo>
                  <a:pt x="275" y="106"/>
                  <a:pt x="293" y="123"/>
                  <a:pt x="319" y="151"/>
                </a:cubicBezTo>
                <a:cubicBezTo>
                  <a:pt x="337" y="167"/>
                  <a:pt x="302" y="212"/>
                  <a:pt x="257" y="257"/>
                </a:cubicBezTo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36" name="Freeform 51"/>
          <p:cNvSpPr>
            <a:spLocks noChangeArrowheads="1"/>
          </p:cNvSpPr>
          <p:nvPr/>
        </p:nvSpPr>
        <p:spPr bwMode="auto">
          <a:xfrm>
            <a:off x="4041094" y="2295576"/>
            <a:ext cx="318909" cy="193902"/>
          </a:xfrm>
          <a:custGeom>
            <a:avLst/>
            <a:gdLst>
              <a:gd name="T0" fmla="*/ 18 w 461"/>
              <a:gd name="T1" fmla="*/ 27 h 285"/>
              <a:gd name="T2" fmla="*/ 18 w 461"/>
              <a:gd name="T3" fmla="*/ 27 h 285"/>
              <a:gd name="T4" fmla="*/ 203 w 461"/>
              <a:gd name="T5" fmla="*/ 125 h 285"/>
              <a:gd name="T6" fmla="*/ 231 w 461"/>
              <a:gd name="T7" fmla="*/ 133 h 285"/>
              <a:gd name="T8" fmla="*/ 248 w 461"/>
              <a:gd name="T9" fmla="*/ 125 h 285"/>
              <a:gd name="T10" fmla="*/ 434 w 461"/>
              <a:gd name="T11" fmla="*/ 27 h 285"/>
              <a:gd name="T12" fmla="*/ 443 w 461"/>
              <a:gd name="T13" fmla="*/ 0 h 285"/>
              <a:gd name="T14" fmla="*/ 18 w 461"/>
              <a:gd name="T15" fmla="*/ 0 h 285"/>
              <a:gd name="T16" fmla="*/ 18 w 461"/>
              <a:gd name="T17" fmla="*/ 27 h 285"/>
              <a:gd name="T18" fmla="*/ 443 w 461"/>
              <a:gd name="T19" fmla="*/ 80 h 285"/>
              <a:gd name="T20" fmla="*/ 443 w 461"/>
              <a:gd name="T21" fmla="*/ 80 h 285"/>
              <a:gd name="T22" fmla="*/ 248 w 461"/>
              <a:gd name="T23" fmla="*/ 178 h 285"/>
              <a:gd name="T24" fmla="*/ 231 w 461"/>
              <a:gd name="T25" fmla="*/ 178 h 285"/>
              <a:gd name="T26" fmla="*/ 203 w 461"/>
              <a:gd name="T27" fmla="*/ 178 h 285"/>
              <a:gd name="T28" fmla="*/ 18 w 461"/>
              <a:gd name="T29" fmla="*/ 80 h 285"/>
              <a:gd name="T30" fmla="*/ 9 w 461"/>
              <a:gd name="T31" fmla="*/ 80 h 285"/>
              <a:gd name="T32" fmla="*/ 9 w 461"/>
              <a:gd name="T33" fmla="*/ 266 h 285"/>
              <a:gd name="T34" fmla="*/ 35 w 461"/>
              <a:gd name="T35" fmla="*/ 284 h 285"/>
              <a:gd name="T36" fmla="*/ 425 w 461"/>
              <a:gd name="T37" fmla="*/ 284 h 285"/>
              <a:gd name="T38" fmla="*/ 452 w 461"/>
              <a:gd name="T39" fmla="*/ 266 h 285"/>
              <a:gd name="T40" fmla="*/ 452 w 461"/>
              <a:gd name="T41" fmla="*/ 80 h 285"/>
              <a:gd name="T42" fmla="*/ 443 w 461"/>
              <a:gd name="T43" fmla="*/ 80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61" h="285">
                <a:moveTo>
                  <a:pt x="18" y="27"/>
                </a:moveTo>
                <a:lnTo>
                  <a:pt x="18" y="27"/>
                </a:lnTo>
                <a:cubicBezTo>
                  <a:pt x="35" y="35"/>
                  <a:pt x="203" y="125"/>
                  <a:pt x="203" y="125"/>
                </a:cubicBezTo>
                <a:cubicBezTo>
                  <a:pt x="212" y="133"/>
                  <a:pt x="221" y="133"/>
                  <a:pt x="231" y="133"/>
                </a:cubicBezTo>
                <a:cubicBezTo>
                  <a:pt x="239" y="133"/>
                  <a:pt x="248" y="133"/>
                  <a:pt x="248" y="125"/>
                </a:cubicBezTo>
                <a:cubicBezTo>
                  <a:pt x="256" y="125"/>
                  <a:pt x="425" y="35"/>
                  <a:pt x="434" y="27"/>
                </a:cubicBezTo>
                <a:cubicBezTo>
                  <a:pt x="452" y="18"/>
                  <a:pt x="460" y="0"/>
                  <a:pt x="443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0" y="0"/>
                  <a:pt x="9" y="18"/>
                  <a:pt x="18" y="27"/>
                </a:cubicBezTo>
                <a:close/>
                <a:moveTo>
                  <a:pt x="443" y="80"/>
                </a:moveTo>
                <a:lnTo>
                  <a:pt x="443" y="80"/>
                </a:lnTo>
                <a:cubicBezTo>
                  <a:pt x="434" y="80"/>
                  <a:pt x="256" y="169"/>
                  <a:pt x="248" y="178"/>
                </a:cubicBezTo>
                <a:cubicBezTo>
                  <a:pt x="248" y="178"/>
                  <a:pt x="239" y="178"/>
                  <a:pt x="231" y="178"/>
                </a:cubicBezTo>
                <a:cubicBezTo>
                  <a:pt x="221" y="178"/>
                  <a:pt x="212" y="178"/>
                  <a:pt x="203" y="178"/>
                </a:cubicBezTo>
                <a:cubicBezTo>
                  <a:pt x="194" y="169"/>
                  <a:pt x="27" y="80"/>
                  <a:pt x="18" y="80"/>
                </a:cubicBezTo>
                <a:cubicBezTo>
                  <a:pt x="9" y="72"/>
                  <a:pt x="9" y="80"/>
                  <a:pt x="9" y="80"/>
                </a:cubicBezTo>
                <a:cubicBezTo>
                  <a:pt x="9" y="88"/>
                  <a:pt x="9" y="266"/>
                  <a:pt x="9" y="266"/>
                </a:cubicBezTo>
                <a:cubicBezTo>
                  <a:pt x="9" y="275"/>
                  <a:pt x="18" y="284"/>
                  <a:pt x="35" y="284"/>
                </a:cubicBezTo>
                <a:cubicBezTo>
                  <a:pt x="425" y="284"/>
                  <a:pt x="425" y="284"/>
                  <a:pt x="425" y="284"/>
                </a:cubicBezTo>
                <a:cubicBezTo>
                  <a:pt x="443" y="284"/>
                  <a:pt x="452" y="275"/>
                  <a:pt x="452" y="266"/>
                </a:cubicBezTo>
                <a:cubicBezTo>
                  <a:pt x="452" y="266"/>
                  <a:pt x="452" y="88"/>
                  <a:pt x="452" y="80"/>
                </a:cubicBezTo>
                <a:cubicBezTo>
                  <a:pt x="452" y="80"/>
                  <a:pt x="452" y="72"/>
                  <a:pt x="443" y="80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37" name="Freeform 52"/>
          <p:cNvSpPr>
            <a:spLocks noChangeArrowheads="1"/>
          </p:cNvSpPr>
          <p:nvPr/>
        </p:nvSpPr>
        <p:spPr bwMode="auto">
          <a:xfrm>
            <a:off x="6762329" y="2225556"/>
            <a:ext cx="330788" cy="335737"/>
          </a:xfrm>
          <a:custGeom>
            <a:avLst/>
            <a:gdLst>
              <a:gd name="T0" fmla="*/ 133 w 479"/>
              <a:gd name="T1" fmla="*/ 497 h 498"/>
              <a:gd name="T2" fmla="*/ 133 w 479"/>
              <a:gd name="T3" fmla="*/ 497 h 498"/>
              <a:gd name="T4" fmla="*/ 53 w 479"/>
              <a:gd name="T5" fmla="*/ 460 h 498"/>
              <a:gd name="T6" fmla="*/ 53 w 479"/>
              <a:gd name="T7" fmla="*/ 284 h 498"/>
              <a:gd name="T8" fmla="*/ 301 w 479"/>
              <a:gd name="T9" fmla="*/ 35 h 498"/>
              <a:gd name="T10" fmla="*/ 390 w 479"/>
              <a:gd name="T11" fmla="*/ 9 h 498"/>
              <a:gd name="T12" fmla="*/ 452 w 479"/>
              <a:gd name="T13" fmla="*/ 71 h 498"/>
              <a:gd name="T14" fmla="*/ 425 w 479"/>
              <a:gd name="T15" fmla="*/ 159 h 498"/>
              <a:gd name="T16" fmla="*/ 195 w 479"/>
              <a:gd name="T17" fmla="*/ 390 h 498"/>
              <a:gd name="T18" fmla="*/ 150 w 479"/>
              <a:gd name="T19" fmla="*/ 416 h 498"/>
              <a:gd name="T20" fmla="*/ 106 w 479"/>
              <a:gd name="T21" fmla="*/ 399 h 498"/>
              <a:gd name="T22" fmla="*/ 115 w 479"/>
              <a:gd name="T23" fmla="*/ 319 h 498"/>
              <a:gd name="T24" fmla="*/ 284 w 479"/>
              <a:gd name="T25" fmla="*/ 150 h 498"/>
              <a:gd name="T26" fmla="*/ 309 w 479"/>
              <a:gd name="T27" fmla="*/ 150 h 498"/>
              <a:gd name="T28" fmla="*/ 309 w 479"/>
              <a:gd name="T29" fmla="*/ 178 h 498"/>
              <a:gd name="T30" fmla="*/ 142 w 479"/>
              <a:gd name="T31" fmla="*/ 345 h 498"/>
              <a:gd name="T32" fmla="*/ 133 w 479"/>
              <a:gd name="T33" fmla="*/ 381 h 498"/>
              <a:gd name="T34" fmla="*/ 142 w 479"/>
              <a:gd name="T35" fmla="*/ 381 h 498"/>
              <a:gd name="T36" fmla="*/ 168 w 479"/>
              <a:gd name="T37" fmla="*/ 372 h 498"/>
              <a:gd name="T38" fmla="*/ 399 w 479"/>
              <a:gd name="T39" fmla="*/ 133 h 498"/>
              <a:gd name="T40" fmla="*/ 416 w 479"/>
              <a:gd name="T41" fmla="*/ 80 h 498"/>
              <a:gd name="T42" fmla="*/ 381 w 479"/>
              <a:gd name="T43" fmla="*/ 44 h 498"/>
              <a:gd name="T44" fmla="*/ 328 w 479"/>
              <a:gd name="T45" fmla="*/ 62 h 498"/>
              <a:gd name="T46" fmla="*/ 80 w 479"/>
              <a:gd name="T47" fmla="*/ 301 h 498"/>
              <a:gd name="T48" fmla="*/ 80 w 479"/>
              <a:gd name="T49" fmla="*/ 434 h 498"/>
              <a:gd name="T50" fmla="*/ 203 w 479"/>
              <a:gd name="T51" fmla="*/ 425 h 498"/>
              <a:gd name="T52" fmla="*/ 452 w 479"/>
              <a:gd name="T53" fmla="*/ 186 h 498"/>
              <a:gd name="T54" fmla="*/ 478 w 479"/>
              <a:gd name="T55" fmla="*/ 186 h 498"/>
              <a:gd name="T56" fmla="*/ 478 w 479"/>
              <a:gd name="T57" fmla="*/ 203 h 498"/>
              <a:gd name="T58" fmla="*/ 230 w 479"/>
              <a:gd name="T59" fmla="*/ 452 h 498"/>
              <a:gd name="T60" fmla="*/ 133 w 479"/>
              <a:gd name="T61" fmla="*/ 497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479" h="498">
                <a:moveTo>
                  <a:pt x="133" y="497"/>
                </a:moveTo>
                <a:lnTo>
                  <a:pt x="133" y="497"/>
                </a:lnTo>
                <a:cubicBezTo>
                  <a:pt x="106" y="497"/>
                  <a:pt x="71" y="478"/>
                  <a:pt x="53" y="460"/>
                </a:cubicBezTo>
                <a:cubicBezTo>
                  <a:pt x="9" y="416"/>
                  <a:pt x="0" y="337"/>
                  <a:pt x="53" y="284"/>
                </a:cubicBezTo>
                <a:cubicBezTo>
                  <a:pt x="89" y="248"/>
                  <a:pt x="230" y="106"/>
                  <a:pt x="301" y="35"/>
                </a:cubicBezTo>
                <a:cubicBezTo>
                  <a:pt x="328" y="9"/>
                  <a:pt x="363" y="0"/>
                  <a:pt x="390" y="9"/>
                </a:cubicBezTo>
                <a:cubicBezTo>
                  <a:pt x="416" y="18"/>
                  <a:pt x="443" y="44"/>
                  <a:pt x="452" y="71"/>
                </a:cubicBezTo>
                <a:cubicBezTo>
                  <a:pt x="461" y="97"/>
                  <a:pt x="452" y="133"/>
                  <a:pt x="425" y="159"/>
                </a:cubicBezTo>
                <a:cubicBezTo>
                  <a:pt x="195" y="390"/>
                  <a:pt x="195" y="390"/>
                  <a:pt x="195" y="390"/>
                </a:cubicBezTo>
                <a:cubicBezTo>
                  <a:pt x="177" y="407"/>
                  <a:pt x="159" y="416"/>
                  <a:pt x="150" y="416"/>
                </a:cubicBezTo>
                <a:cubicBezTo>
                  <a:pt x="133" y="416"/>
                  <a:pt x="115" y="416"/>
                  <a:pt x="106" y="399"/>
                </a:cubicBezTo>
                <a:cubicBezTo>
                  <a:pt x="89" y="381"/>
                  <a:pt x="89" y="354"/>
                  <a:pt x="115" y="319"/>
                </a:cubicBezTo>
                <a:cubicBezTo>
                  <a:pt x="284" y="150"/>
                  <a:pt x="284" y="150"/>
                  <a:pt x="284" y="150"/>
                </a:cubicBezTo>
                <a:cubicBezTo>
                  <a:pt x="293" y="150"/>
                  <a:pt x="301" y="150"/>
                  <a:pt x="309" y="150"/>
                </a:cubicBezTo>
                <a:cubicBezTo>
                  <a:pt x="309" y="159"/>
                  <a:pt x="309" y="168"/>
                  <a:pt x="309" y="178"/>
                </a:cubicBezTo>
                <a:cubicBezTo>
                  <a:pt x="142" y="345"/>
                  <a:pt x="142" y="345"/>
                  <a:pt x="142" y="345"/>
                </a:cubicBezTo>
                <a:cubicBezTo>
                  <a:pt x="124" y="354"/>
                  <a:pt x="124" y="372"/>
                  <a:pt x="133" y="381"/>
                </a:cubicBezTo>
                <a:lnTo>
                  <a:pt x="142" y="381"/>
                </a:lnTo>
                <a:cubicBezTo>
                  <a:pt x="150" y="381"/>
                  <a:pt x="159" y="372"/>
                  <a:pt x="168" y="372"/>
                </a:cubicBezTo>
                <a:cubicBezTo>
                  <a:pt x="399" y="133"/>
                  <a:pt x="399" y="133"/>
                  <a:pt x="399" y="133"/>
                </a:cubicBezTo>
                <a:cubicBezTo>
                  <a:pt x="416" y="115"/>
                  <a:pt x="425" y="97"/>
                  <a:pt x="416" y="80"/>
                </a:cubicBezTo>
                <a:cubicBezTo>
                  <a:pt x="416" y="62"/>
                  <a:pt x="399" y="44"/>
                  <a:pt x="381" y="44"/>
                </a:cubicBezTo>
                <a:cubicBezTo>
                  <a:pt x="363" y="35"/>
                  <a:pt x="346" y="44"/>
                  <a:pt x="328" y="62"/>
                </a:cubicBezTo>
                <a:cubicBezTo>
                  <a:pt x="256" y="133"/>
                  <a:pt x="115" y="275"/>
                  <a:pt x="80" y="301"/>
                </a:cubicBezTo>
                <a:cubicBezTo>
                  <a:pt x="36" y="354"/>
                  <a:pt x="44" y="407"/>
                  <a:pt x="80" y="434"/>
                </a:cubicBezTo>
                <a:cubicBezTo>
                  <a:pt x="106" y="460"/>
                  <a:pt x="159" y="478"/>
                  <a:pt x="203" y="425"/>
                </a:cubicBezTo>
                <a:cubicBezTo>
                  <a:pt x="452" y="186"/>
                  <a:pt x="452" y="186"/>
                  <a:pt x="452" y="186"/>
                </a:cubicBezTo>
                <a:cubicBezTo>
                  <a:pt x="461" y="178"/>
                  <a:pt x="469" y="178"/>
                  <a:pt x="478" y="186"/>
                </a:cubicBezTo>
                <a:lnTo>
                  <a:pt x="478" y="203"/>
                </a:lnTo>
                <a:cubicBezTo>
                  <a:pt x="230" y="452"/>
                  <a:pt x="230" y="452"/>
                  <a:pt x="230" y="452"/>
                </a:cubicBezTo>
                <a:cubicBezTo>
                  <a:pt x="203" y="478"/>
                  <a:pt x="168" y="497"/>
                  <a:pt x="133" y="497"/>
                </a:cubicBezTo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38" name="Freeform 54"/>
          <p:cNvSpPr>
            <a:spLocks noChangeArrowheads="1"/>
          </p:cNvSpPr>
          <p:nvPr/>
        </p:nvSpPr>
        <p:spPr bwMode="auto">
          <a:xfrm>
            <a:off x="3346622" y="2242612"/>
            <a:ext cx="343581" cy="298931"/>
          </a:xfrm>
          <a:custGeom>
            <a:avLst/>
            <a:gdLst>
              <a:gd name="T0" fmla="*/ 212 w 497"/>
              <a:gd name="T1" fmla="*/ 0 h 443"/>
              <a:gd name="T2" fmla="*/ 212 w 497"/>
              <a:gd name="T3" fmla="*/ 0 h 443"/>
              <a:gd name="T4" fmla="*/ 186 w 497"/>
              <a:gd name="T5" fmla="*/ 0 h 443"/>
              <a:gd name="T6" fmla="*/ 177 w 497"/>
              <a:gd name="T7" fmla="*/ 8 h 443"/>
              <a:gd name="T8" fmla="*/ 177 w 497"/>
              <a:gd name="T9" fmla="*/ 106 h 443"/>
              <a:gd name="T10" fmla="*/ 88 w 497"/>
              <a:gd name="T11" fmla="*/ 106 h 443"/>
              <a:gd name="T12" fmla="*/ 80 w 497"/>
              <a:gd name="T13" fmla="*/ 106 h 443"/>
              <a:gd name="T14" fmla="*/ 62 w 497"/>
              <a:gd name="T15" fmla="*/ 114 h 443"/>
              <a:gd name="T16" fmla="*/ 0 w 497"/>
              <a:gd name="T17" fmla="*/ 151 h 443"/>
              <a:gd name="T18" fmla="*/ 0 w 497"/>
              <a:gd name="T19" fmla="*/ 159 h 443"/>
              <a:gd name="T20" fmla="*/ 0 w 497"/>
              <a:gd name="T21" fmla="*/ 167 h 443"/>
              <a:gd name="T22" fmla="*/ 62 w 497"/>
              <a:gd name="T23" fmla="*/ 212 h 443"/>
              <a:gd name="T24" fmla="*/ 80 w 497"/>
              <a:gd name="T25" fmla="*/ 212 h 443"/>
              <a:gd name="T26" fmla="*/ 88 w 497"/>
              <a:gd name="T27" fmla="*/ 221 h 443"/>
              <a:gd name="T28" fmla="*/ 177 w 497"/>
              <a:gd name="T29" fmla="*/ 221 h 443"/>
              <a:gd name="T30" fmla="*/ 177 w 497"/>
              <a:gd name="T31" fmla="*/ 433 h 443"/>
              <a:gd name="T32" fmla="*/ 186 w 497"/>
              <a:gd name="T33" fmla="*/ 442 h 443"/>
              <a:gd name="T34" fmla="*/ 212 w 497"/>
              <a:gd name="T35" fmla="*/ 442 h 443"/>
              <a:gd name="T36" fmla="*/ 221 w 497"/>
              <a:gd name="T37" fmla="*/ 433 h 443"/>
              <a:gd name="T38" fmla="*/ 221 w 497"/>
              <a:gd name="T39" fmla="*/ 8 h 443"/>
              <a:gd name="T40" fmla="*/ 212 w 497"/>
              <a:gd name="T41" fmla="*/ 0 h 443"/>
              <a:gd name="T42" fmla="*/ 487 w 497"/>
              <a:gd name="T43" fmla="*/ 106 h 443"/>
              <a:gd name="T44" fmla="*/ 487 w 497"/>
              <a:gd name="T45" fmla="*/ 106 h 443"/>
              <a:gd name="T46" fmla="*/ 434 w 497"/>
              <a:gd name="T47" fmla="*/ 61 h 443"/>
              <a:gd name="T48" fmla="*/ 416 w 497"/>
              <a:gd name="T49" fmla="*/ 53 h 443"/>
              <a:gd name="T50" fmla="*/ 407 w 497"/>
              <a:gd name="T51" fmla="*/ 53 h 443"/>
              <a:gd name="T52" fmla="*/ 239 w 497"/>
              <a:gd name="T53" fmla="*/ 53 h 443"/>
              <a:gd name="T54" fmla="*/ 256 w 497"/>
              <a:gd name="T55" fmla="*/ 167 h 443"/>
              <a:gd name="T56" fmla="*/ 407 w 497"/>
              <a:gd name="T57" fmla="*/ 167 h 443"/>
              <a:gd name="T58" fmla="*/ 416 w 497"/>
              <a:gd name="T59" fmla="*/ 167 h 443"/>
              <a:gd name="T60" fmla="*/ 434 w 497"/>
              <a:gd name="T61" fmla="*/ 159 h 443"/>
              <a:gd name="T62" fmla="*/ 487 w 497"/>
              <a:gd name="T63" fmla="*/ 123 h 443"/>
              <a:gd name="T64" fmla="*/ 496 w 497"/>
              <a:gd name="T65" fmla="*/ 114 h 443"/>
              <a:gd name="T66" fmla="*/ 487 w 497"/>
              <a:gd name="T67" fmla="*/ 106 h 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97" h="443">
                <a:moveTo>
                  <a:pt x="212" y="0"/>
                </a:moveTo>
                <a:lnTo>
                  <a:pt x="212" y="0"/>
                </a:lnTo>
                <a:cubicBezTo>
                  <a:pt x="186" y="0"/>
                  <a:pt x="186" y="0"/>
                  <a:pt x="186" y="0"/>
                </a:cubicBezTo>
                <a:lnTo>
                  <a:pt x="177" y="8"/>
                </a:lnTo>
                <a:cubicBezTo>
                  <a:pt x="177" y="106"/>
                  <a:pt x="177" y="106"/>
                  <a:pt x="177" y="106"/>
                </a:cubicBezTo>
                <a:cubicBezTo>
                  <a:pt x="88" y="106"/>
                  <a:pt x="88" y="106"/>
                  <a:pt x="88" y="106"/>
                </a:cubicBezTo>
                <a:lnTo>
                  <a:pt x="80" y="106"/>
                </a:lnTo>
                <a:cubicBezTo>
                  <a:pt x="71" y="106"/>
                  <a:pt x="71" y="106"/>
                  <a:pt x="62" y="114"/>
                </a:cubicBezTo>
                <a:cubicBezTo>
                  <a:pt x="0" y="151"/>
                  <a:pt x="0" y="151"/>
                  <a:pt x="0" y="151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67"/>
                  <a:pt x="0" y="167"/>
                  <a:pt x="0" y="167"/>
                </a:cubicBezTo>
                <a:cubicBezTo>
                  <a:pt x="62" y="212"/>
                  <a:pt x="62" y="212"/>
                  <a:pt x="62" y="212"/>
                </a:cubicBezTo>
                <a:cubicBezTo>
                  <a:pt x="71" y="212"/>
                  <a:pt x="71" y="212"/>
                  <a:pt x="80" y="212"/>
                </a:cubicBezTo>
                <a:cubicBezTo>
                  <a:pt x="80" y="221"/>
                  <a:pt x="88" y="221"/>
                  <a:pt x="88" y="221"/>
                </a:cubicBezTo>
                <a:cubicBezTo>
                  <a:pt x="177" y="221"/>
                  <a:pt x="177" y="221"/>
                  <a:pt x="177" y="221"/>
                </a:cubicBezTo>
                <a:cubicBezTo>
                  <a:pt x="177" y="433"/>
                  <a:pt x="177" y="433"/>
                  <a:pt x="177" y="433"/>
                </a:cubicBezTo>
                <a:cubicBezTo>
                  <a:pt x="177" y="442"/>
                  <a:pt x="186" y="442"/>
                  <a:pt x="186" y="442"/>
                </a:cubicBezTo>
                <a:cubicBezTo>
                  <a:pt x="212" y="442"/>
                  <a:pt x="212" y="442"/>
                  <a:pt x="212" y="442"/>
                </a:cubicBezTo>
                <a:cubicBezTo>
                  <a:pt x="212" y="442"/>
                  <a:pt x="221" y="442"/>
                  <a:pt x="221" y="433"/>
                </a:cubicBezTo>
                <a:cubicBezTo>
                  <a:pt x="221" y="8"/>
                  <a:pt x="221" y="8"/>
                  <a:pt x="221" y="8"/>
                </a:cubicBezTo>
                <a:lnTo>
                  <a:pt x="212" y="0"/>
                </a:lnTo>
                <a:close/>
                <a:moveTo>
                  <a:pt x="487" y="106"/>
                </a:moveTo>
                <a:lnTo>
                  <a:pt x="487" y="106"/>
                </a:lnTo>
                <a:cubicBezTo>
                  <a:pt x="434" y="61"/>
                  <a:pt x="434" y="61"/>
                  <a:pt x="434" y="61"/>
                </a:cubicBezTo>
                <a:cubicBezTo>
                  <a:pt x="425" y="61"/>
                  <a:pt x="425" y="61"/>
                  <a:pt x="416" y="53"/>
                </a:cubicBezTo>
                <a:lnTo>
                  <a:pt x="407" y="53"/>
                </a:lnTo>
                <a:cubicBezTo>
                  <a:pt x="239" y="53"/>
                  <a:pt x="239" y="53"/>
                  <a:pt x="239" y="53"/>
                </a:cubicBezTo>
                <a:cubicBezTo>
                  <a:pt x="256" y="167"/>
                  <a:pt x="256" y="167"/>
                  <a:pt x="256" y="167"/>
                </a:cubicBezTo>
                <a:cubicBezTo>
                  <a:pt x="407" y="167"/>
                  <a:pt x="407" y="167"/>
                  <a:pt x="407" y="167"/>
                </a:cubicBezTo>
                <a:lnTo>
                  <a:pt x="416" y="167"/>
                </a:lnTo>
                <a:cubicBezTo>
                  <a:pt x="425" y="167"/>
                  <a:pt x="425" y="159"/>
                  <a:pt x="434" y="159"/>
                </a:cubicBezTo>
                <a:cubicBezTo>
                  <a:pt x="487" y="123"/>
                  <a:pt x="487" y="123"/>
                  <a:pt x="487" y="123"/>
                </a:cubicBezTo>
                <a:cubicBezTo>
                  <a:pt x="496" y="114"/>
                  <a:pt x="496" y="114"/>
                  <a:pt x="496" y="114"/>
                </a:cubicBezTo>
                <a:cubicBezTo>
                  <a:pt x="496" y="106"/>
                  <a:pt x="496" y="106"/>
                  <a:pt x="487" y="106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39" name="Freeform 55"/>
          <p:cNvSpPr>
            <a:spLocks noChangeArrowheads="1"/>
          </p:cNvSpPr>
          <p:nvPr/>
        </p:nvSpPr>
        <p:spPr bwMode="auto">
          <a:xfrm>
            <a:off x="2730735" y="2225556"/>
            <a:ext cx="209255" cy="347406"/>
          </a:xfrm>
          <a:custGeom>
            <a:avLst/>
            <a:gdLst>
              <a:gd name="T0" fmla="*/ 284 w 303"/>
              <a:gd name="T1" fmla="*/ 363 h 514"/>
              <a:gd name="T2" fmla="*/ 284 w 303"/>
              <a:gd name="T3" fmla="*/ 363 h 514"/>
              <a:gd name="T4" fmla="*/ 222 w 303"/>
              <a:gd name="T5" fmla="*/ 168 h 514"/>
              <a:gd name="T6" fmla="*/ 89 w 303"/>
              <a:gd name="T7" fmla="*/ 106 h 514"/>
              <a:gd name="T8" fmla="*/ 45 w 303"/>
              <a:gd name="T9" fmla="*/ 9 h 514"/>
              <a:gd name="T10" fmla="*/ 19 w 303"/>
              <a:gd name="T11" fmla="*/ 0 h 514"/>
              <a:gd name="T12" fmla="*/ 10 w 303"/>
              <a:gd name="T13" fmla="*/ 27 h 514"/>
              <a:gd name="T14" fmla="*/ 63 w 303"/>
              <a:gd name="T15" fmla="*/ 124 h 514"/>
              <a:gd name="T16" fmla="*/ 19 w 303"/>
              <a:gd name="T17" fmla="*/ 239 h 514"/>
              <a:gd name="T18" fmla="*/ 72 w 303"/>
              <a:gd name="T19" fmla="*/ 434 h 514"/>
              <a:gd name="T20" fmla="*/ 204 w 303"/>
              <a:gd name="T21" fmla="*/ 497 h 514"/>
              <a:gd name="T22" fmla="*/ 284 w 303"/>
              <a:gd name="T23" fmla="*/ 363 h 514"/>
              <a:gd name="T24" fmla="*/ 125 w 303"/>
              <a:gd name="T25" fmla="*/ 222 h 514"/>
              <a:gd name="T26" fmla="*/ 125 w 303"/>
              <a:gd name="T27" fmla="*/ 222 h 514"/>
              <a:gd name="T28" fmla="*/ 81 w 303"/>
              <a:gd name="T29" fmla="*/ 203 h 514"/>
              <a:gd name="T30" fmla="*/ 98 w 303"/>
              <a:gd name="T31" fmla="*/ 159 h 514"/>
              <a:gd name="T32" fmla="*/ 142 w 303"/>
              <a:gd name="T33" fmla="*/ 178 h 514"/>
              <a:gd name="T34" fmla="*/ 125 w 303"/>
              <a:gd name="T35" fmla="*/ 222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03" h="514">
                <a:moveTo>
                  <a:pt x="284" y="363"/>
                </a:moveTo>
                <a:lnTo>
                  <a:pt x="284" y="363"/>
                </a:lnTo>
                <a:cubicBezTo>
                  <a:pt x="222" y="168"/>
                  <a:pt x="222" y="168"/>
                  <a:pt x="222" y="168"/>
                </a:cubicBezTo>
                <a:cubicBezTo>
                  <a:pt x="204" y="124"/>
                  <a:pt x="142" y="88"/>
                  <a:pt x="89" y="106"/>
                </a:cubicBezTo>
                <a:cubicBezTo>
                  <a:pt x="45" y="9"/>
                  <a:pt x="45" y="9"/>
                  <a:pt x="45" y="9"/>
                </a:cubicBezTo>
                <a:cubicBezTo>
                  <a:pt x="36" y="0"/>
                  <a:pt x="28" y="0"/>
                  <a:pt x="19" y="0"/>
                </a:cubicBezTo>
                <a:cubicBezTo>
                  <a:pt x="10" y="9"/>
                  <a:pt x="10" y="18"/>
                  <a:pt x="10" y="27"/>
                </a:cubicBezTo>
                <a:cubicBezTo>
                  <a:pt x="63" y="124"/>
                  <a:pt x="63" y="124"/>
                  <a:pt x="63" y="124"/>
                </a:cubicBezTo>
                <a:cubicBezTo>
                  <a:pt x="28" y="141"/>
                  <a:pt x="0" y="194"/>
                  <a:pt x="19" y="239"/>
                </a:cubicBezTo>
                <a:cubicBezTo>
                  <a:pt x="72" y="434"/>
                  <a:pt x="72" y="434"/>
                  <a:pt x="72" y="434"/>
                </a:cubicBezTo>
                <a:cubicBezTo>
                  <a:pt x="81" y="487"/>
                  <a:pt x="142" y="513"/>
                  <a:pt x="204" y="497"/>
                </a:cubicBezTo>
                <a:cubicBezTo>
                  <a:pt x="267" y="469"/>
                  <a:pt x="302" y="407"/>
                  <a:pt x="284" y="363"/>
                </a:cubicBezTo>
                <a:close/>
                <a:moveTo>
                  <a:pt x="125" y="222"/>
                </a:moveTo>
                <a:lnTo>
                  <a:pt x="125" y="222"/>
                </a:lnTo>
                <a:cubicBezTo>
                  <a:pt x="107" y="231"/>
                  <a:pt x="89" y="222"/>
                  <a:pt x="81" y="203"/>
                </a:cubicBezTo>
                <a:cubicBezTo>
                  <a:pt x="72" y="186"/>
                  <a:pt x="81" y="159"/>
                  <a:pt x="98" y="159"/>
                </a:cubicBezTo>
                <a:cubicBezTo>
                  <a:pt x="125" y="150"/>
                  <a:pt x="142" y="159"/>
                  <a:pt x="142" y="178"/>
                </a:cubicBezTo>
                <a:cubicBezTo>
                  <a:pt x="151" y="194"/>
                  <a:pt x="142" y="222"/>
                  <a:pt x="125" y="222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40" name="Freeform 63"/>
          <p:cNvSpPr>
            <a:spLocks noChangeArrowheads="1"/>
          </p:cNvSpPr>
          <p:nvPr/>
        </p:nvSpPr>
        <p:spPr bwMode="auto">
          <a:xfrm>
            <a:off x="4750187" y="3621466"/>
            <a:ext cx="264996" cy="232502"/>
          </a:xfrm>
          <a:custGeom>
            <a:avLst/>
            <a:gdLst>
              <a:gd name="T0" fmla="*/ 345 w 390"/>
              <a:gd name="T1" fmla="*/ 0 h 346"/>
              <a:gd name="T2" fmla="*/ 345 w 390"/>
              <a:gd name="T3" fmla="*/ 0 h 346"/>
              <a:gd name="T4" fmla="*/ 44 w 390"/>
              <a:gd name="T5" fmla="*/ 0 h 346"/>
              <a:gd name="T6" fmla="*/ 0 w 390"/>
              <a:gd name="T7" fmla="*/ 44 h 346"/>
              <a:gd name="T8" fmla="*/ 0 w 390"/>
              <a:gd name="T9" fmla="*/ 221 h 346"/>
              <a:gd name="T10" fmla="*/ 44 w 390"/>
              <a:gd name="T11" fmla="*/ 265 h 346"/>
              <a:gd name="T12" fmla="*/ 142 w 390"/>
              <a:gd name="T13" fmla="*/ 265 h 346"/>
              <a:gd name="T14" fmla="*/ 248 w 390"/>
              <a:gd name="T15" fmla="*/ 345 h 346"/>
              <a:gd name="T16" fmla="*/ 248 w 390"/>
              <a:gd name="T17" fmla="*/ 265 h 346"/>
              <a:gd name="T18" fmla="*/ 345 w 390"/>
              <a:gd name="T19" fmla="*/ 265 h 346"/>
              <a:gd name="T20" fmla="*/ 389 w 390"/>
              <a:gd name="T21" fmla="*/ 221 h 346"/>
              <a:gd name="T22" fmla="*/ 389 w 390"/>
              <a:gd name="T23" fmla="*/ 44 h 346"/>
              <a:gd name="T24" fmla="*/ 345 w 390"/>
              <a:gd name="T25" fmla="*/ 0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0" h="346">
                <a:moveTo>
                  <a:pt x="345" y="0"/>
                </a:moveTo>
                <a:lnTo>
                  <a:pt x="345" y="0"/>
                </a:lnTo>
                <a:cubicBezTo>
                  <a:pt x="44" y="0"/>
                  <a:pt x="44" y="0"/>
                  <a:pt x="44" y="0"/>
                </a:cubicBezTo>
                <a:cubicBezTo>
                  <a:pt x="17" y="0"/>
                  <a:pt x="0" y="17"/>
                  <a:pt x="0" y="44"/>
                </a:cubicBezTo>
                <a:cubicBezTo>
                  <a:pt x="0" y="221"/>
                  <a:pt x="0" y="221"/>
                  <a:pt x="0" y="221"/>
                </a:cubicBezTo>
                <a:cubicBezTo>
                  <a:pt x="0" y="247"/>
                  <a:pt x="17" y="265"/>
                  <a:pt x="44" y="265"/>
                </a:cubicBezTo>
                <a:cubicBezTo>
                  <a:pt x="142" y="265"/>
                  <a:pt x="142" y="265"/>
                  <a:pt x="142" y="265"/>
                </a:cubicBezTo>
                <a:cubicBezTo>
                  <a:pt x="248" y="345"/>
                  <a:pt x="248" y="345"/>
                  <a:pt x="248" y="345"/>
                </a:cubicBezTo>
                <a:cubicBezTo>
                  <a:pt x="248" y="265"/>
                  <a:pt x="248" y="265"/>
                  <a:pt x="248" y="265"/>
                </a:cubicBezTo>
                <a:cubicBezTo>
                  <a:pt x="345" y="265"/>
                  <a:pt x="345" y="265"/>
                  <a:pt x="345" y="265"/>
                </a:cubicBezTo>
                <a:cubicBezTo>
                  <a:pt x="372" y="265"/>
                  <a:pt x="389" y="247"/>
                  <a:pt x="389" y="221"/>
                </a:cubicBezTo>
                <a:cubicBezTo>
                  <a:pt x="389" y="44"/>
                  <a:pt x="389" y="44"/>
                  <a:pt x="389" y="44"/>
                </a:cubicBezTo>
                <a:cubicBezTo>
                  <a:pt x="389" y="17"/>
                  <a:pt x="372" y="0"/>
                  <a:pt x="345" y="0"/>
                </a:cubicBezTo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41" name="Freeform 65"/>
          <p:cNvSpPr>
            <a:spLocks noChangeArrowheads="1"/>
          </p:cNvSpPr>
          <p:nvPr/>
        </p:nvSpPr>
        <p:spPr bwMode="auto">
          <a:xfrm>
            <a:off x="2004280" y="4267803"/>
            <a:ext cx="290582" cy="282773"/>
          </a:xfrm>
          <a:custGeom>
            <a:avLst/>
            <a:gdLst>
              <a:gd name="T0" fmla="*/ 381 w 417"/>
              <a:gd name="T1" fmla="*/ 203 h 417"/>
              <a:gd name="T2" fmla="*/ 381 w 417"/>
              <a:gd name="T3" fmla="*/ 203 h 417"/>
              <a:gd name="T4" fmla="*/ 416 w 417"/>
              <a:gd name="T5" fmla="*/ 141 h 417"/>
              <a:gd name="T6" fmla="*/ 408 w 417"/>
              <a:gd name="T7" fmla="*/ 106 h 417"/>
              <a:gd name="T8" fmla="*/ 337 w 417"/>
              <a:gd name="T9" fmla="*/ 79 h 417"/>
              <a:gd name="T10" fmla="*/ 319 w 417"/>
              <a:gd name="T11" fmla="*/ 17 h 417"/>
              <a:gd name="T12" fmla="*/ 275 w 417"/>
              <a:gd name="T13" fmla="*/ 0 h 417"/>
              <a:gd name="T14" fmla="*/ 213 w 417"/>
              <a:gd name="T15" fmla="*/ 35 h 417"/>
              <a:gd name="T16" fmla="*/ 151 w 417"/>
              <a:gd name="T17" fmla="*/ 0 h 417"/>
              <a:gd name="T18" fmla="*/ 107 w 417"/>
              <a:gd name="T19" fmla="*/ 17 h 417"/>
              <a:gd name="T20" fmla="*/ 89 w 417"/>
              <a:gd name="T21" fmla="*/ 79 h 417"/>
              <a:gd name="T22" fmla="*/ 18 w 417"/>
              <a:gd name="T23" fmla="*/ 106 h 417"/>
              <a:gd name="T24" fmla="*/ 0 w 417"/>
              <a:gd name="T25" fmla="*/ 141 h 417"/>
              <a:gd name="T26" fmla="*/ 44 w 417"/>
              <a:gd name="T27" fmla="*/ 203 h 417"/>
              <a:gd name="T28" fmla="*/ 0 w 417"/>
              <a:gd name="T29" fmla="*/ 275 h 417"/>
              <a:gd name="T30" fmla="*/ 18 w 417"/>
              <a:gd name="T31" fmla="*/ 310 h 417"/>
              <a:gd name="T32" fmla="*/ 89 w 417"/>
              <a:gd name="T33" fmla="*/ 328 h 417"/>
              <a:gd name="T34" fmla="*/ 107 w 417"/>
              <a:gd name="T35" fmla="*/ 398 h 417"/>
              <a:gd name="T36" fmla="*/ 151 w 417"/>
              <a:gd name="T37" fmla="*/ 416 h 417"/>
              <a:gd name="T38" fmla="*/ 213 w 417"/>
              <a:gd name="T39" fmla="*/ 372 h 417"/>
              <a:gd name="T40" fmla="*/ 275 w 417"/>
              <a:gd name="T41" fmla="*/ 416 h 417"/>
              <a:gd name="T42" fmla="*/ 319 w 417"/>
              <a:gd name="T43" fmla="*/ 398 h 417"/>
              <a:gd name="T44" fmla="*/ 337 w 417"/>
              <a:gd name="T45" fmla="*/ 328 h 417"/>
              <a:gd name="T46" fmla="*/ 408 w 417"/>
              <a:gd name="T47" fmla="*/ 310 h 417"/>
              <a:gd name="T48" fmla="*/ 416 w 417"/>
              <a:gd name="T49" fmla="*/ 265 h 417"/>
              <a:gd name="T50" fmla="*/ 381 w 417"/>
              <a:gd name="T51" fmla="*/ 203 h 417"/>
              <a:gd name="T52" fmla="*/ 213 w 417"/>
              <a:gd name="T53" fmla="*/ 292 h 417"/>
              <a:gd name="T54" fmla="*/ 213 w 417"/>
              <a:gd name="T55" fmla="*/ 292 h 417"/>
              <a:gd name="T56" fmla="*/ 125 w 417"/>
              <a:gd name="T57" fmla="*/ 203 h 417"/>
              <a:gd name="T58" fmla="*/ 213 w 417"/>
              <a:gd name="T59" fmla="*/ 115 h 417"/>
              <a:gd name="T60" fmla="*/ 301 w 417"/>
              <a:gd name="T61" fmla="*/ 203 h 417"/>
              <a:gd name="T62" fmla="*/ 213 w 417"/>
              <a:gd name="T63" fmla="*/ 292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17" h="417">
                <a:moveTo>
                  <a:pt x="381" y="203"/>
                </a:moveTo>
                <a:lnTo>
                  <a:pt x="381" y="203"/>
                </a:lnTo>
                <a:cubicBezTo>
                  <a:pt x="381" y="177"/>
                  <a:pt x="399" y="159"/>
                  <a:pt x="416" y="141"/>
                </a:cubicBezTo>
                <a:cubicBezTo>
                  <a:pt x="416" y="132"/>
                  <a:pt x="408" y="115"/>
                  <a:pt x="408" y="106"/>
                </a:cubicBezTo>
                <a:cubicBezTo>
                  <a:pt x="372" y="115"/>
                  <a:pt x="354" y="97"/>
                  <a:pt x="337" y="79"/>
                </a:cubicBezTo>
                <a:cubicBezTo>
                  <a:pt x="319" y="62"/>
                  <a:pt x="310" y="44"/>
                  <a:pt x="319" y="17"/>
                </a:cubicBezTo>
                <a:cubicBezTo>
                  <a:pt x="310" y="9"/>
                  <a:pt x="293" y="0"/>
                  <a:pt x="275" y="0"/>
                </a:cubicBezTo>
                <a:cubicBezTo>
                  <a:pt x="266" y="17"/>
                  <a:pt x="240" y="35"/>
                  <a:pt x="213" y="35"/>
                </a:cubicBezTo>
                <a:cubicBezTo>
                  <a:pt x="187" y="35"/>
                  <a:pt x="160" y="17"/>
                  <a:pt x="151" y="0"/>
                </a:cubicBezTo>
                <a:cubicBezTo>
                  <a:pt x="133" y="0"/>
                  <a:pt x="116" y="9"/>
                  <a:pt x="107" y="17"/>
                </a:cubicBezTo>
                <a:cubicBezTo>
                  <a:pt x="116" y="44"/>
                  <a:pt x="107" y="62"/>
                  <a:pt x="89" y="79"/>
                </a:cubicBezTo>
                <a:cubicBezTo>
                  <a:pt x="72" y="97"/>
                  <a:pt x="44" y="115"/>
                  <a:pt x="18" y="106"/>
                </a:cubicBezTo>
                <a:cubicBezTo>
                  <a:pt x="18" y="115"/>
                  <a:pt x="9" y="132"/>
                  <a:pt x="0" y="141"/>
                </a:cubicBezTo>
                <a:cubicBezTo>
                  <a:pt x="27" y="159"/>
                  <a:pt x="44" y="177"/>
                  <a:pt x="44" y="203"/>
                </a:cubicBezTo>
                <a:cubicBezTo>
                  <a:pt x="44" y="230"/>
                  <a:pt x="27" y="256"/>
                  <a:pt x="0" y="275"/>
                </a:cubicBezTo>
                <a:cubicBezTo>
                  <a:pt x="9" y="283"/>
                  <a:pt x="18" y="301"/>
                  <a:pt x="18" y="310"/>
                </a:cubicBezTo>
                <a:cubicBezTo>
                  <a:pt x="44" y="310"/>
                  <a:pt x="72" y="310"/>
                  <a:pt x="89" y="328"/>
                </a:cubicBezTo>
                <a:cubicBezTo>
                  <a:pt x="107" y="345"/>
                  <a:pt x="116" y="372"/>
                  <a:pt x="107" y="398"/>
                </a:cubicBezTo>
                <a:cubicBezTo>
                  <a:pt x="116" y="407"/>
                  <a:pt x="133" y="407"/>
                  <a:pt x="151" y="416"/>
                </a:cubicBezTo>
                <a:cubicBezTo>
                  <a:pt x="160" y="389"/>
                  <a:pt x="187" y="372"/>
                  <a:pt x="213" y="372"/>
                </a:cubicBezTo>
                <a:cubicBezTo>
                  <a:pt x="240" y="372"/>
                  <a:pt x="266" y="389"/>
                  <a:pt x="275" y="416"/>
                </a:cubicBezTo>
                <a:cubicBezTo>
                  <a:pt x="293" y="407"/>
                  <a:pt x="310" y="407"/>
                  <a:pt x="319" y="398"/>
                </a:cubicBezTo>
                <a:cubicBezTo>
                  <a:pt x="310" y="372"/>
                  <a:pt x="319" y="345"/>
                  <a:pt x="337" y="328"/>
                </a:cubicBezTo>
                <a:cubicBezTo>
                  <a:pt x="354" y="310"/>
                  <a:pt x="372" y="301"/>
                  <a:pt x="408" y="310"/>
                </a:cubicBezTo>
                <a:cubicBezTo>
                  <a:pt x="408" y="292"/>
                  <a:pt x="416" y="283"/>
                  <a:pt x="416" y="265"/>
                </a:cubicBezTo>
                <a:cubicBezTo>
                  <a:pt x="399" y="256"/>
                  <a:pt x="381" y="230"/>
                  <a:pt x="381" y="203"/>
                </a:cubicBezTo>
                <a:close/>
                <a:moveTo>
                  <a:pt x="213" y="292"/>
                </a:moveTo>
                <a:lnTo>
                  <a:pt x="213" y="292"/>
                </a:lnTo>
                <a:cubicBezTo>
                  <a:pt x="160" y="292"/>
                  <a:pt x="125" y="256"/>
                  <a:pt x="125" y="203"/>
                </a:cubicBezTo>
                <a:cubicBezTo>
                  <a:pt x="125" y="159"/>
                  <a:pt x="160" y="115"/>
                  <a:pt x="213" y="115"/>
                </a:cubicBezTo>
                <a:cubicBezTo>
                  <a:pt x="266" y="115"/>
                  <a:pt x="301" y="159"/>
                  <a:pt x="301" y="203"/>
                </a:cubicBezTo>
                <a:cubicBezTo>
                  <a:pt x="301" y="256"/>
                  <a:pt x="266" y="292"/>
                  <a:pt x="213" y="292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42" name="Freeform 67"/>
          <p:cNvSpPr>
            <a:spLocks noChangeArrowheads="1"/>
          </p:cNvSpPr>
          <p:nvPr/>
        </p:nvSpPr>
        <p:spPr bwMode="auto">
          <a:xfrm>
            <a:off x="1315290" y="4191500"/>
            <a:ext cx="314340" cy="359077"/>
          </a:xfrm>
          <a:custGeom>
            <a:avLst/>
            <a:gdLst>
              <a:gd name="T0" fmla="*/ 434 w 453"/>
              <a:gd name="T1" fmla="*/ 186 h 533"/>
              <a:gd name="T2" fmla="*/ 434 w 453"/>
              <a:gd name="T3" fmla="*/ 186 h 533"/>
              <a:gd name="T4" fmla="*/ 44 w 453"/>
              <a:gd name="T5" fmla="*/ 160 h 533"/>
              <a:gd name="T6" fmla="*/ 0 w 453"/>
              <a:gd name="T7" fmla="*/ 178 h 533"/>
              <a:gd name="T8" fmla="*/ 88 w 453"/>
              <a:gd name="T9" fmla="*/ 532 h 533"/>
              <a:gd name="T10" fmla="*/ 141 w 453"/>
              <a:gd name="T11" fmla="*/ 532 h 533"/>
              <a:gd name="T12" fmla="*/ 97 w 453"/>
              <a:gd name="T13" fmla="*/ 355 h 533"/>
              <a:gd name="T14" fmla="*/ 443 w 453"/>
              <a:gd name="T15" fmla="*/ 195 h 533"/>
              <a:gd name="T16" fmla="*/ 434 w 453"/>
              <a:gd name="T17" fmla="*/ 186 h 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53" h="533">
                <a:moveTo>
                  <a:pt x="434" y="186"/>
                </a:moveTo>
                <a:lnTo>
                  <a:pt x="434" y="186"/>
                </a:lnTo>
                <a:cubicBezTo>
                  <a:pt x="151" y="301"/>
                  <a:pt x="266" y="0"/>
                  <a:pt x="44" y="160"/>
                </a:cubicBezTo>
                <a:cubicBezTo>
                  <a:pt x="0" y="178"/>
                  <a:pt x="0" y="178"/>
                  <a:pt x="0" y="178"/>
                </a:cubicBezTo>
                <a:cubicBezTo>
                  <a:pt x="88" y="532"/>
                  <a:pt x="88" y="532"/>
                  <a:pt x="88" y="532"/>
                </a:cubicBezTo>
                <a:cubicBezTo>
                  <a:pt x="141" y="532"/>
                  <a:pt x="141" y="532"/>
                  <a:pt x="141" y="532"/>
                </a:cubicBezTo>
                <a:cubicBezTo>
                  <a:pt x="97" y="355"/>
                  <a:pt x="97" y="355"/>
                  <a:pt x="97" y="355"/>
                </a:cubicBezTo>
                <a:cubicBezTo>
                  <a:pt x="293" y="195"/>
                  <a:pt x="213" y="532"/>
                  <a:pt x="443" y="195"/>
                </a:cubicBezTo>
                <a:cubicBezTo>
                  <a:pt x="452" y="195"/>
                  <a:pt x="443" y="186"/>
                  <a:pt x="434" y="186"/>
                </a:cubicBezTo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43" name="Freeform 70"/>
          <p:cNvSpPr>
            <a:spLocks noChangeArrowheads="1"/>
          </p:cNvSpPr>
          <p:nvPr/>
        </p:nvSpPr>
        <p:spPr bwMode="auto">
          <a:xfrm>
            <a:off x="4029214" y="3585558"/>
            <a:ext cx="343581" cy="301624"/>
          </a:xfrm>
          <a:custGeom>
            <a:avLst/>
            <a:gdLst>
              <a:gd name="T0" fmla="*/ 142 w 497"/>
              <a:gd name="T1" fmla="*/ 275 h 445"/>
              <a:gd name="T2" fmla="*/ 142 w 497"/>
              <a:gd name="T3" fmla="*/ 275 h 445"/>
              <a:gd name="T4" fmla="*/ 142 w 497"/>
              <a:gd name="T5" fmla="*/ 125 h 445"/>
              <a:gd name="T6" fmla="*/ 53 w 497"/>
              <a:gd name="T7" fmla="*/ 125 h 445"/>
              <a:gd name="T8" fmla="*/ 0 w 497"/>
              <a:gd name="T9" fmla="*/ 178 h 445"/>
              <a:gd name="T10" fmla="*/ 0 w 497"/>
              <a:gd name="T11" fmla="*/ 319 h 445"/>
              <a:gd name="T12" fmla="*/ 53 w 497"/>
              <a:gd name="T13" fmla="*/ 373 h 445"/>
              <a:gd name="T14" fmla="*/ 71 w 497"/>
              <a:gd name="T15" fmla="*/ 373 h 445"/>
              <a:gd name="T16" fmla="*/ 71 w 497"/>
              <a:gd name="T17" fmla="*/ 444 h 445"/>
              <a:gd name="T18" fmla="*/ 151 w 497"/>
              <a:gd name="T19" fmla="*/ 373 h 445"/>
              <a:gd name="T20" fmla="*/ 274 w 497"/>
              <a:gd name="T21" fmla="*/ 373 h 445"/>
              <a:gd name="T22" fmla="*/ 319 w 497"/>
              <a:gd name="T23" fmla="*/ 319 h 445"/>
              <a:gd name="T24" fmla="*/ 319 w 497"/>
              <a:gd name="T25" fmla="*/ 275 h 445"/>
              <a:gd name="T26" fmla="*/ 319 w 497"/>
              <a:gd name="T27" fmla="*/ 275 h 445"/>
              <a:gd name="T28" fmla="*/ 142 w 497"/>
              <a:gd name="T29" fmla="*/ 275 h 445"/>
              <a:gd name="T30" fmla="*/ 443 w 497"/>
              <a:gd name="T31" fmla="*/ 0 h 445"/>
              <a:gd name="T32" fmla="*/ 443 w 497"/>
              <a:gd name="T33" fmla="*/ 0 h 445"/>
              <a:gd name="T34" fmla="*/ 221 w 497"/>
              <a:gd name="T35" fmla="*/ 0 h 445"/>
              <a:gd name="T36" fmla="*/ 177 w 497"/>
              <a:gd name="T37" fmla="*/ 54 h 445"/>
              <a:gd name="T38" fmla="*/ 177 w 497"/>
              <a:gd name="T39" fmla="*/ 248 h 445"/>
              <a:gd name="T40" fmla="*/ 346 w 497"/>
              <a:gd name="T41" fmla="*/ 248 h 445"/>
              <a:gd name="T42" fmla="*/ 425 w 497"/>
              <a:gd name="T43" fmla="*/ 319 h 445"/>
              <a:gd name="T44" fmla="*/ 425 w 497"/>
              <a:gd name="T45" fmla="*/ 248 h 445"/>
              <a:gd name="T46" fmla="*/ 443 w 497"/>
              <a:gd name="T47" fmla="*/ 248 h 445"/>
              <a:gd name="T48" fmla="*/ 496 w 497"/>
              <a:gd name="T49" fmla="*/ 195 h 445"/>
              <a:gd name="T50" fmla="*/ 496 w 497"/>
              <a:gd name="T51" fmla="*/ 54 h 445"/>
              <a:gd name="T52" fmla="*/ 443 w 497"/>
              <a:gd name="T53" fmla="*/ 0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97" h="445">
                <a:moveTo>
                  <a:pt x="142" y="275"/>
                </a:moveTo>
                <a:lnTo>
                  <a:pt x="142" y="275"/>
                </a:lnTo>
                <a:cubicBezTo>
                  <a:pt x="142" y="125"/>
                  <a:pt x="142" y="125"/>
                  <a:pt x="142" y="125"/>
                </a:cubicBezTo>
                <a:cubicBezTo>
                  <a:pt x="53" y="125"/>
                  <a:pt x="53" y="125"/>
                  <a:pt x="53" y="125"/>
                </a:cubicBezTo>
                <a:cubicBezTo>
                  <a:pt x="18" y="125"/>
                  <a:pt x="0" y="151"/>
                  <a:pt x="0" y="178"/>
                </a:cubicBezTo>
                <a:cubicBezTo>
                  <a:pt x="0" y="319"/>
                  <a:pt x="0" y="319"/>
                  <a:pt x="0" y="319"/>
                </a:cubicBezTo>
                <a:cubicBezTo>
                  <a:pt x="0" y="354"/>
                  <a:pt x="18" y="373"/>
                  <a:pt x="53" y="373"/>
                </a:cubicBezTo>
                <a:cubicBezTo>
                  <a:pt x="71" y="373"/>
                  <a:pt x="71" y="373"/>
                  <a:pt x="71" y="373"/>
                </a:cubicBezTo>
                <a:cubicBezTo>
                  <a:pt x="71" y="444"/>
                  <a:pt x="71" y="444"/>
                  <a:pt x="71" y="444"/>
                </a:cubicBezTo>
                <a:cubicBezTo>
                  <a:pt x="151" y="373"/>
                  <a:pt x="151" y="373"/>
                  <a:pt x="151" y="373"/>
                </a:cubicBezTo>
                <a:cubicBezTo>
                  <a:pt x="274" y="373"/>
                  <a:pt x="274" y="373"/>
                  <a:pt x="274" y="373"/>
                </a:cubicBezTo>
                <a:cubicBezTo>
                  <a:pt x="302" y="373"/>
                  <a:pt x="319" y="354"/>
                  <a:pt x="319" y="319"/>
                </a:cubicBezTo>
                <a:cubicBezTo>
                  <a:pt x="319" y="275"/>
                  <a:pt x="319" y="275"/>
                  <a:pt x="319" y="275"/>
                </a:cubicBezTo>
                <a:lnTo>
                  <a:pt x="319" y="275"/>
                </a:lnTo>
                <a:lnTo>
                  <a:pt x="142" y="275"/>
                </a:lnTo>
                <a:close/>
                <a:moveTo>
                  <a:pt x="443" y="0"/>
                </a:moveTo>
                <a:lnTo>
                  <a:pt x="443" y="0"/>
                </a:lnTo>
                <a:cubicBezTo>
                  <a:pt x="221" y="0"/>
                  <a:pt x="221" y="0"/>
                  <a:pt x="221" y="0"/>
                </a:cubicBezTo>
                <a:cubicBezTo>
                  <a:pt x="195" y="0"/>
                  <a:pt x="177" y="27"/>
                  <a:pt x="177" y="54"/>
                </a:cubicBezTo>
                <a:cubicBezTo>
                  <a:pt x="177" y="248"/>
                  <a:pt x="177" y="248"/>
                  <a:pt x="177" y="248"/>
                </a:cubicBezTo>
                <a:cubicBezTo>
                  <a:pt x="346" y="248"/>
                  <a:pt x="346" y="248"/>
                  <a:pt x="346" y="248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25" y="248"/>
                  <a:pt x="425" y="248"/>
                  <a:pt x="425" y="248"/>
                </a:cubicBezTo>
                <a:cubicBezTo>
                  <a:pt x="443" y="248"/>
                  <a:pt x="443" y="248"/>
                  <a:pt x="443" y="248"/>
                </a:cubicBezTo>
                <a:cubicBezTo>
                  <a:pt x="470" y="248"/>
                  <a:pt x="496" y="231"/>
                  <a:pt x="496" y="195"/>
                </a:cubicBezTo>
                <a:cubicBezTo>
                  <a:pt x="496" y="54"/>
                  <a:pt x="496" y="54"/>
                  <a:pt x="496" y="54"/>
                </a:cubicBezTo>
                <a:cubicBezTo>
                  <a:pt x="496" y="27"/>
                  <a:pt x="470" y="0"/>
                  <a:pt x="443" y="0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44" name="Freeform 71"/>
          <p:cNvSpPr>
            <a:spLocks noChangeArrowheads="1"/>
          </p:cNvSpPr>
          <p:nvPr/>
        </p:nvSpPr>
        <p:spPr bwMode="auto">
          <a:xfrm>
            <a:off x="5439176" y="3625954"/>
            <a:ext cx="307030" cy="225320"/>
          </a:xfrm>
          <a:custGeom>
            <a:avLst/>
            <a:gdLst>
              <a:gd name="T0" fmla="*/ 70 w 444"/>
              <a:gd name="T1" fmla="*/ 0 h 329"/>
              <a:gd name="T2" fmla="*/ 70 w 444"/>
              <a:gd name="T3" fmla="*/ 0 h 329"/>
              <a:gd name="T4" fmla="*/ 0 w 444"/>
              <a:gd name="T5" fmla="*/ 70 h 329"/>
              <a:gd name="T6" fmla="*/ 70 w 444"/>
              <a:gd name="T7" fmla="*/ 150 h 329"/>
              <a:gd name="T8" fmla="*/ 0 w 444"/>
              <a:gd name="T9" fmla="*/ 291 h 329"/>
              <a:gd name="T10" fmla="*/ 0 w 444"/>
              <a:gd name="T11" fmla="*/ 328 h 329"/>
              <a:gd name="T12" fmla="*/ 70 w 444"/>
              <a:gd name="T13" fmla="*/ 0 h 329"/>
              <a:gd name="T14" fmla="*/ 275 w 444"/>
              <a:gd name="T15" fmla="*/ 0 h 329"/>
              <a:gd name="T16" fmla="*/ 275 w 444"/>
              <a:gd name="T17" fmla="*/ 0 h 329"/>
              <a:gd name="T18" fmla="*/ 204 w 444"/>
              <a:gd name="T19" fmla="*/ 70 h 329"/>
              <a:gd name="T20" fmla="*/ 275 w 444"/>
              <a:gd name="T21" fmla="*/ 150 h 329"/>
              <a:gd name="T22" fmla="*/ 204 w 444"/>
              <a:gd name="T23" fmla="*/ 291 h 329"/>
              <a:gd name="T24" fmla="*/ 204 w 444"/>
              <a:gd name="T25" fmla="*/ 328 h 329"/>
              <a:gd name="T26" fmla="*/ 275 w 444"/>
              <a:gd name="T27" fmla="*/ 0 h 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44" h="329">
                <a:moveTo>
                  <a:pt x="70" y="0"/>
                </a:moveTo>
                <a:lnTo>
                  <a:pt x="70" y="0"/>
                </a:lnTo>
                <a:cubicBezTo>
                  <a:pt x="26" y="0"/>
                  <a:pt x="0" y="35"/>
                  <a:pt x="0" y="70"/>
                </a:cubicBezTo>
                <a:cubicBezTo>
                  <a:pt x="0" y="115"/>
                  <a:pt x="26" y="150"/>
                  <a:pt x="70" y="150"/>
                </a:cubicBezTo>
                <a:cubicBezTo>
                  <a:pt x="142" y="150"/>
                  <a:pt x="98" y="291"/>
                  <a:pt x="0" y="291"/>
                </a:cubicBezTo>
                <a:cubicBezTo>
                  <a:pt x="0" y="328"/>
                  <a:pt x="0" y="328"/>
                  <a:pt x="0" y="328"/>
                </a:cubicBezTo>
                <a:cubicBezTo>
                  <a:pt x="168" y="328"/>
                  <a:pt x="239" y="0"/>
                  <a:pt x="70" y="0"/>
                </a:cubicBezTo>
                <a:close/>
                <a:moveTo>
                  <a:pt x="275" y="0"/>
                </a:moveTo>
                <a:lnTo>
                  <a:pt x="275" y="0"/>
                </a:lnTo>
                <a:cubicBezTo>
                  <a:pt x="239" y="0"/>
                  <a:pt x="204" y="35"/>
                  <a:pt x="204" y="70"/>
                </a:cubicBezTo>
                <a:cubicBezTo>
                  <a:pt x="204" y="115"/>
                  <a:pt x="239" y="150"/>
                  <a:pt x="275" y="150"/>
                </a:cubicBezTo>
                <a:cubicBezTo>
                  <a:pt x="354" y="150"/>
                  <a:pt x="301" y="291"/>
                  <a:pt x="204" y="291"/>
                </a:cubicBezTo>
                <a:cubicBezTo>
                  <a:pt x="204" y="328"/>
                  <a:pt x="204" y="328"/>
                  <a:pt x="204" y="328"/>
                </a:cubicBezTo>
                <a:cubicBezTo>
                  <a:pt x="381" y="328"/>
                  <a:pt x="443" y="0"/>
                  <a:pt x="275" y="0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45" name="Freeform 72"/>
          <p:cNvSpPr>
            <a:spLocks noChangeArrowheads="1"/>
          </p:cNvSpPr>
          <p:nvPr/>
        </p:nvSpPr>
        <p:spPr bwMode="auto">
          <a:xfrm>
            <a:off x="7480559" y="3602614"/>
            <a:ext cx="270479" cy="272899"/>
          </a:xfrm>
          <a:custGeom>
            <a:avLst/>
            <a:gdLst>
              <a:gd name="T0" fmla="*/ 346 w 391"/>
              <a:gd name="T1" fmla="*/ 0 h 400"/>
              <a:gd name="T2" fmla="*/ 346 w 391"/>
              <a:gd name="T3" fmla="*/ 0 h 400"/>
              <a:gd name="T4" fmla="*/ 142 w 391"/>
              <a:gd name="T5" fmla="*/ 0 h 400"/>
              <a:gd name="T6" fmla="*/ 98 w 391"/>
              <a:gd name="T7" fmla="*/ 44 h 400"/>
              <a:gd name="T8" fmla="*/ 98 w 391"/>
              <a:gd name="T9" fmla="*/ 248 h 400"/>
              <a:gd name="T10" fmla="*/ 142 w 391"/>
              <a:gd name="T11" fmla="*/ 292 h 400"/>
              <a:gd name="T12" fmla="*/ 346 w 391"/>
              <a:gd name="T13" fmla="*/ 292 h 400"/>
              <a:gd name="T14" fmla="*/ 390 w 391"/>
              <a:gd name="T15" fmla="*/ 248 h 400"/>
              <a:gd name="T16" fmla="*/ 390 w 391"/>
              <a:gd name="T17" fmla="*/ 44 h 400"/>
              <a:gd name="T18" fmla="*/ 346 w 391"/>
              <a:gd name="T19" fmla="*/ 0 h 400"/>
              <a:gd name="T20" fmla="*/ 346 w 391"/>
              <a:gd name="T21" fmla="*/ 248 h 400"/>
              <a:gd name="T22" fmla="*/ 346 w 391"/>
              <a:gd name="T23" fmla="*/ 248 h 400"/>
              <a:gd name="T24" fmla="*/ 142 w 391"/>
              <a:gd name="T25" fmla="*/ 248 h 400"/>
              <a:gd name="T26" fmla="*/ 142 w 391"/>
              <a:gd name="T27" fmla="*/ 44 h 400"/>
              <a:gd name="T28" fmla="*/ 346 w 391"/>
              <a:gd name="T29" fmla="*/ 44 h 400"/>
              <a:gd name="T30" fmla="*/ 346 w 391"/>
              <a:gd name="T31" fmla="*/ 248 h 400"/>
              <a:gd name="T32" fmla="*/ 45 w 391"/>
              <a:gd name="T33" fmla="*/ 195 h 400"/>
              <a:gd name="T34" fmla="*/ 45 w 391"/>
              <a:gd name="T35" fmla="*/ 195 h 400"/>
              <a:gd name="T36" fmla="*/ 0 w 391"/>
              <a:gd name="T37" fmla="*/ 195 h 400"/>
              <a:gd name="T38" fmla="*/ 0 w 391"/>
              <a:gd name="T39" fmla="*/ 346 h 400"/>
              <a:gd name="T40" fmla="*/ 45 w 391"/>
              <a:gd name="T41" fmla="*/ 399 h 400"/>
              <a:gd name="T42" fmla="*/ 196 w 391"/>
              <a:gd name="T43" fmla="*/ 399 h 400"/>
              <a:gd name="T44" fmla="*/ 196 w 391"/>
              <a:gd name="T45" fmla="*/ 346 h 400"/>
              <a:gd name="T46" fmla="*/ 45 w 391"/>
              <a:gd name="T47" fmla="*/ 346 h 400"/>
              <a:gd name="T48" fmla="*/ 45 w 391"/>
              <a:gd name="T49" fmla="*/ 195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91" h="400">
                <a:moveTo>
                  <a:pt x="346" y="0"/>
                </a:moveTo>
                <a:lnTo>
                  <a:pt x="346" y="0"/>
                </a:lnTo>
                <a:cubicBezTo>
                  <a:pt x="142" y="0"/>
                  <a:pt x="142" y="0"/>
                  <a:pt x="142" y="0"/>
                </a:cubicBezTo>
                <a:cubicBezTo>
                  <a:pt x="115" y="0"/>
                  <a:pt x="98" y="18"/>
                  <a:pt x="98" y="44"/>
                </a:cubicBezTo>
                <a:cubicBezTo>
                  <a:pt x="98" y="248"/>
                  <a:pt x="98" y="248"/>
                  <a:pt x="98" y="248"/>
                </a:cubicBezTo>
                <a:cubicBezTo>
                  <a:pt x="98" y="274"/>
                  <a:pt x="115" y="292"/>
                  <a:pt x="142" y="292"/>
                </a:cubicBezTo>
                <a:cubicBezTo>
                  <a:pt x="346" y="292"/>
                  <a:pt x="346" y="292"/>
                  <a:pt x="346" y="292"/>
                </a:cubicBezTo>
                <a:cubicBezTo>
                  <a:pt x="372" y="292"/>
                  <a:pt x="390" y="274"/>
                  <a:pt x="390" y="248"/>
                </a:cubicBezTo>
                <a:cubicBezTo>
                  <a:pt x="390" y="44"/>
                  <a:pt x="390" y="44"/>
                  <a:pt x="390" y="44"/>
                </a:cubicBezTo>
                <a:cubicBezTo>
                  <a:pt x="390" y="18"/>
                  <a:pt x="372" y="0"/>
                  <a:pt x="346" y="0"/>
                </a:cubicBezTo>
                <a:close/>
                <a:moveTo>
                  <a:pt x="346" y="248"/>
                </a:moveTo>
                <a:lnTo>
                  <a:pt x="346" y="248"/>
                </a:lnTo>
                <a:cubicBezTo>
                  <a:pt x="142" y="248"/>
                  <a:pt x="142" y="248"/>
                  <a:pt x="142" y="248"/>
                </a:cubicBezTo>
                <a:cubicBezTo>
                  <a:pt x="142" y="44"/>
                  <a:pt x="142" y="44"/>
                  <a:pt x="142" y="44"/>
                </a:cubicBezTo>
                <a:cubicBezTo>
                  <a:pt x="346" y="44"/>
                  <a:pt x="346" y="44"/>
                  <a:pt x="346" y="44"/>
                </a:cubicBezTo>
                <a:lnTo>
                  <a:pt x="346" y="248"/>
                </a:lnTo>
                <a:close/>
                <a:moveTo>
                  <a:pt x="45" y="195"/>
                </a:moveTo>
                <a:lnTo>
                  <a:pt x="45" y="195"/>
                </a:lnTo>
                <a:cubicBezTo>
                  <a:pt x="0" y="195"/>
                  <a:pt x="0" y="195"/>
                  <a:pt x="0" y="195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72"/>
                  <a:pt x="18" y="399"/>
                  <a:pt x="45" y="399"/>
                </a:cubicBezTo>
                <a:cubicBezTo>
                  <a:pt x="196" y="399"/>
                  <a:pt x="196" y="399"/>
                  <a:pt x="196" y="399"/>
                </a:cubicBezTo>
                <a:cubicBezTo>
                  <a:pt x="196" y="346"/>
                  <a:pt x="196" y="346"/>
                  <a:pt x="196" y="346"/>
                </a:cubicBezTo>
                <a:cubicBezTo>
                  <a:pt x="45" y="346"/>
                  <a:pt x="45" y="346"/>
                  <a:pt x="45" y="346"/>
                </a:cubicBezTo>
                <a:lnTo>
                  <a:pt x="45" y="195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46" name="Freeform 74"/>
          <p:cNvSpPr>
            <a:spLocks noChangeArrowheads="1"/>
          </p:cNvSpPr>
          <p:nvPr/>
        </p:nvSpPr>
        <p:spPr bwMode="auto">
          <a:xfrm>
            <a:off x="6774208" y="3597229"/>
            <a:ext cx="318909" cy="278284"/>
          </a:xfrm>
          <a:custGeom>
            <a:avLst/>
            <a:gdLst>
              <a:gd name="T0" fmla="*/ 451 w 461"/>
              <a:gd name="T1" fmla="*/ 213 h 409"/>
              <a:gd name="T2" fmla="*/ 451 w 461"/>
              <a:gd name="T3" fmla="*/ 213 h 409"/>
              <a:gd name="T4" fmla="*/ 247 w 461"/>
              <a:gd name="T5" fmla="*/ 17 h 409"/>
              <a:gd name="T6" fmla="*/ 212 w 461"/>
              <a:gd name="T7" fmla="*/ 17 h 409"/>
              <a:gd name="T8" fmla="*/ 9 w 461"/>
              <a:gd name="T9" fmla="*/ 213 h 409"/>
              <a:gd name="T10" fmla="*/ 18 w 461"/>
              <a:gd name="T11" fmla="*/ 230 h 409"/>
              <a:gd name="T12" fmla="*/ 62 w 461"/>
              <a:gd name="T13" fmla="*/ 230 h 409"/>
              <a:gd name="T14" fmla="*/ 62 w 461"/>
              <a:gd name="T15" fmla="*/ 390 h 409"/>
              <a:gd name="T16" fmla="*/ 79 w 461"/>
              <a:gd name="T17" fmla="*/ 408 h 409"/>
              <a:gd name="T18" fmla="*/ 177 w 461"/>
              <a:gd name="T19" fmla="*/ 408 h 409"/>
              <a:gd name="T20" fmla="*/ 177 w 461"/>
              <a:gd name="T21" fmla="*/ 248 h 409"/>
              <a:gd name="T22" fmla="*/ 283 w 461"/>
              <a:gd name="T23" fmla="*/ 248 h 409"/>
              <a:gd name="T24" fmla="*/ 283 w 461"/>
              <a:gd name="T25" fmla="*/ 408 h 409"/>
              <a:gd name="T26" fmla="*/ 381 w 461"/>
              <a:gd name="T27" fmla="*/ 408 h 409"/>
              <a:gd name="T28" fmla="*/ 398 w 461"/>
              <a:gd name="T29" fmla="*/ 390 h 409"/>
              <a:gd name="T30" fmla="*/ 398 w 461"/>
              <a:gd name="T31" fmla="*/ 230 h 409"/>
              <a:gd name="T32" fmla="*/ 443 w 461"/>
              <a:gd name="T33" fmla="*/ 230 h 409"/>
              <a:gd name="T34" fmla="*/ 451 w 461"/>
              <a:gd name="T35" fmla="*/ 213 h 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61" h="409">
                <a:moveTo>
                  <a:pt x="451" y="213"/>
                </a:moveTo>
                <a:lnTo>
                  <a:pt x="451" y="213"/>
                </a:lnTo>
                <a:cubicBezTo>
                  <a:pt x="247" y="17"/>
                  <a:pt x="247" y="17"/>
                  <a:pt x="247" y="17"/>
                </a:cubicBezTo>
                <a:cubicBezTo>
                  <a:pt x="238" y="0"/>
                  <a:pt x="221" y="0"/>
                  <a:pt x="212" y="17"/>
                </a:cubicBezTo>
                <a:cubicBezTo>
                  <a:pt x="9" y="213"/>
                  <a:pt x="9" y="213"/>
                  <a:pt x="9" y="213"/>
                </a:cubicBezTo>
                <a:cubicBezTo>
                  <a:pt x="0" y="221"/>
                  <a:pt x="9" y="230"/>
                  <a:pt x="18" y="230"/>
                </a:cubicBezTo>
                <a:cubicBezTo>
                  <a:pt x="62" y="230"/>
                  <a:pt x="62" y="230"/>
                  <a:pt x="62" y="230"/>
                </a:cubicBezTo>
                <a:cubicBezTo>
                  <a:pt x="62" y="390"/>
                  <a:pt x="62" y="390"/>
                  <a:pt x="62" y="390"/>
                </a:cubicBezTo>
                <a:cubicBezTo>
                  <a:pt x="62" y="399"/>
                  <a:pt x="62" y="408"/>
                  <a:pt x="79" y="408"/>
                </a:cubicBezTo>
                <a:cubicBezTo>
                  <a:pt x="177" y="408"/>
                  <a:pt x="177" y="408"/>
                  <a:pt x="177" y="408"/>
                </a:cubicBezTo>
                <a:cubicBezTo>
                  <a:pt x="177" y="248"/>
                  <a:pt x="177" y="248"/>
                  <a:pt x="177" y="248"/>
                </a:cubicBezTo>
                <a:cubicBezTo>
                  <a:pt x="283" y="248"/>
                  <a:pt x="283" y="248"/>
                  <a:pt x="283" y="248"/>
                </a:cubicBezTo>
                <a:cubicBezTo>
                  <a:pt x="283" y="408"/>
                  <a:pt x="283" y="408"/>
                  <a:pt x="283" y="408"/>
                </a:cubicBezTo>
                <a:cubicBezTo>
                  <a:pt x="381" y="408"/>
                  <a:pt x="381" y="408"/>
                  <a:pt x="381" y="408"/>
                </a:cubicBezTo>
                <a:cubicBezTo>
                  <a:pt x="398" y="408"/>
                  <a:pt x="398" y="399"/>
                  <a:pt x="398" y="390"/>
                </a:cubicBezTo>
                <a:cubicBezTo>
                  <a:pt x="398" y="230"/>
                  <a:pt x="398" y="230"/>
                  <a:pt x="398" y="230"/>
                </a:cubicBezTo>
                <a:cubicBezTo>
                  <a:pt x="443" y="230"/>
                  <a:pt x="443" y="230"/>
                  <a:pt x="443" y="230"/>
                </a:cubicBezTo>
                <a:cubicBezTo>
                  <a:pt x="451" y="230"/>
                  <a:pt x="460" y="221"/>
                  <a:pt x="451" y="213"/>
                </a:cubicBezTo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47" name="Freeform 75"/>
          <p:cNvSpPr>
            <a:spLocks noChangeArrowheads="1"/>
          </p:cNvSpPr>
          <p:nvPr/>
        </p:nvSpPr>
        <p:spPr bwMode="auto">
          <a:xfrm>
            <a:off x="1980521" y="2932039"/>
            <a:ext cx="342667" cy="270206"/>
          </a:xfrm>
          <a:custGeom>
            <a:avLst/>
            <a:gdLst>
              <a:gd name="T0" fmla="*/ 443 w 497"/>
              <a:gd name="T1" fmla="*/ 0 h 400"/>
              <a:gd name="T2" fmla="*/ 443 w 497"/>
              <a:gd name="T3" fmla="*/ 0 h 400"/>
              <a:gd name="T4" fmla="*/ 53 w 497"/>
              <a:gd name="T5" fmla="*/ 0 h 400"/>
              <a:gd name="T6" fmla="*/ 0 w 497"/>
              <a:gd name="T7" fmla="*/ 44 h 400"/>
              <a:gd name="T8" fmla="*/ 0 w 497"/>
              <a:gd name="T9" fmla="*/ 346 h 400"/>
              <a:gd name="T10" fmla="*/ 53 w 497"/>
              <a:gd name="T11" fmla="*/ 399 h 400"/>
              <a:gd name="T12" fmla="*/ 443 w 497"/>
              <a:gd name="T13" fmla="*/ 399 h 400"/>
              <a:gd name="T14" fmla="*/ 496 w 497"/>
              <a:gd name="T15" fmla="*/ 346 h 400"/>
              <a:gd name="T16" fmla="*/ 496 w 497"/>
              <a:gd name="T17" fmla="*/ 44 h 400"/>
              <a:gd name="T18" fmla="*/ 443 w 497"/>
              <a:gd name="T19" fmla="*/ 0 h 400"/>
              <a:gd name="T20" fmla="*/ 443 w 497"/>
              <a:gd name="T21" fmla="*/ 346 h 400"/>
              <a:gd name="T22" fmla="*/ 443 w 497"/>
              <a:gd name="T23" fmla="*/ 346 h 400"/>
              <a:gd name="T24" fmla="*/ 53 w 497"/>
              <a:gd name="T25" fmla="*/ 346 h 400"/>
              <a:gd name="T26" fmla="*/ 53 w 497"/>
              <a:gd name="T27" fmla="*/ 44 h 400"/>
              <a:gd name="T28" fmla="*/ 443 w 497"/>
              <a:gd name="T29" fmla="*/ 44 h 400"/>
              <a:gd name="T30" fmla="*/ 443 w 497"/>
              <a:gd name="T31" fmla="*/ 346 h 400"/>
              <a:gd name="T32" fmla="*/ 222 w 497"/>
              <a:gd name="T33" fmla="*/ 249 h 400"/>
              <a:gd name="T34" fmla="*/ 222 w 497"/>
              <a:gd name="T35" fmla="*/ 249 h 400"/>
              <a:gd name="T36" fmla="*/ 97 w 497"/>
              <a:gd name="T37" fmla="*/ 249 h 400"/>
              <a:gd name="T38" fmla="*/ 97 w 497"/>
              <a:gd name="T39" fmla="*/ 293 h 400"/>
              <a:gd name="T40" fmla="*/ 222 w 497"/>
              <a:gd name="T41" fmla="*/ 293 h 400"/>
              <a:gd name="T42" fmla="*/ 222 w 497"/>
              <a:gd name="T43" fmla="*/ 249 h 400"/>
              <a:gd name="T44" fmla="*/ 222 w 497"/>
              <a:gd name="T45" fmla="*/ 178 h 400"/>
              <a:gd name="T46" fmla="*/ 222 w 497"/>
              <a:gd name="T47" fmla="*/ 178 h 400"/>
              <a:gd name="T48" fmla="*/ 97 w 497"/>
              <a:gd name="T49" fmla="*/ 178 h 400"/>
              <a:gd name="T50" fmla="*/ 97 w 497"/>
              <a:gd name="T51" fmla="*/ 222 h 400"/>
              <a:gd name="T52" fmla="*/ 222 w 497"/>
              <a:gd name="T53" fmla="*/ 222 h 400"/>
              <a:gd name="T54" fmla="*/ 222 w 497"/>
              <a:gd name="T55" fmla="*/ 178 h 400"/>
              <a:gd name="T56" fmla="*/ 222 w 497"/>
              <a:gd name="T57" fmla="*/ 98 h 400"/>
              <a:gd name="T58" fmla="*/ 222 w 497"/>
              <a:gd name="T59" fmla="*/ 98 h 400"/>
              <a:gd name="T60" fmla="*/ 97 w 497"/>
              <a:gd name="T61" fmla="*/ 98 h 400"/>
              <a:gd name="T62" fmla="*/ 97 w 497"/>
              <a:gd name="T63" fmla="*/ 143 h 400"/>
              <a:gd name="T64" fmla="*/ 222 w 497"/>
              <a:gd name="T65" fmla="*/ 143 h 400"/>
              <a:gd name="T66" fmla="*/ 222 w 497"/>
              <a:gd name="T67" fmla="*/ 98 h 400"/>
              <a:gd name="T68" fmla="*/ 389 w 497"/>
              <a:gd name="T69" fmla="*/ 257 h 400"/>
              <a:gd name="T70" fmla="*/ 389 w 497"/>
              <a:gd name="T71" fmla="*/ 257 h 400"/>
              <a:gd name="T72" fmla="*/ 354 w 497"/>
              <a:gd name="T73" fmla="*/ 231 h 400"/>
              <a:gd name="T74" fmla="*/ 381 w 497"/>
              <a:gd name="T75" fmla="*/ 151 h 400"/>
              <a:gd name="T76" fmla="*/ 336 w 497"/>
              <a:gd name="T77" fmla="*/ 98 h 400"/>
              <a:gd name="T78" fmla="*/ 292 w 497"/>
              <a:gd name="T79" fmla="*/ 151 h 400"/>
              <a:gd name="T80" fmla="*/ 319 w 497"/>
              <a:gd name="T81" fmla="*/ 231 h 400"/>
              <a:gd name="T82" fmla="*/ 275 w 497"/>
              <a:gd name="T83" fmla="*/ 257 h 400"/>
              <a:gd name="T84" fmla="*/ 275 w 497"/>
              <a:gd name="T85" fmla="*/ 293 h 400"/>
              <a:gd name="T86" fmla="*/ 398 w 497"/>
              <a:gd name="T87" fmla="*/ 293 h 400"/>
              <a:gd name="T88" fmla="*/ 389 w 497"/>
              <a:gd name="T89" fmla="*/ 257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97" h="400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18"/>
                  <a:pt x="0" y="44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73"/>
                  <a:pt x="17" y="399"/>
                  <a:pt x="53" y="399"/>
                </a:cubicBezTo>
                <a:cubicBezTo>
                  <a:pt x="443" y="399"/>
                  <a:pt x="443" y="399"/>
                  <a:pt x="443" y="399"/>
                </a:cubicBezTo>
                <a:cubicBezTo>
                  <a:pt x="470" y="399"/>
                  <a:pt x="496" y="373"/>
                  <a:pt x="496" y="346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6" y="18"/>
                  <a:pt x="470" y="0"/>
                  <a:pt x="443" y="0"/>
                </a:cubicBezTo>
                <a:close/>
                <a:moveTo>
                  <a:pt x="443" y="346"/>
                </a:moveTo>
                <a:lnTo>
                  <a:pt x="443" y="346"/>
                </a:lnTo>
                <a:cubicBezTo>
                  <a:pt x="53" y="346"/>
                  <a:pt x="53" y="346"/>
                  <a:pt x="53" y="346"/>
                </a:cubicBezTo>
                <a:cubicBezTo>
                  <a:pt x="53" y="44"/>
                  <a:pt x="53" y="44"/>
                  <a:pt x="53" y="44"/>
                </a:cubicBezTo>
                <a:cubicBezTo>
                  <a:pt x="443" y="44"/>
                  <a:pt x="443" y="44"/>
                  <a:pt x="443" y="44"/>
                </a:cubicBezTo>
                <a:lnTo>
                  <a:pt x="443" y="346"/>
                </a:lnTo>
                <a:close/>
                <a:moveTo>
                  <a:pt x="222" y="249"/>
                </a:moveTo>
                <a:lnTo>
                  <a:pt x="222" y="249"/>
                </a:lnTo>
                <a:cubicBezTo>
                  <a:pt x="97" y="249"/>
                  <a:pt x="97" y="249"/>
                  <a:pt x="97" y="249"/>
                </a:cubicBezTo>
                <a:cubicBezTo>
                  <a:pt x="97" y="293"/>
                  <a:pt x="97" y="293"/>
                  <a:pt x="97" y="293"/>
                </a:cubicBezTo>
                <a:cubicBezTo>
                  <a:pt x="222" y="293"/>
                  <a:pt x="222" y="293"/>
                  <a:pt x="222" y="293"/>
                </a:cubicBezTo>
                <a:lnTo>
                  <a:pt x="222" y="249"/>
                </a:lnTo>
                <a:close/>
                <a:moveTo>
                  <a:pt x="222" y="178"/>
                </a:moveTo>
                <a:lnTo>
                  <a:pt x="222" y="178"/>
                </a:lnTo>
                <a:cubicBezTo>
                  <a:pt x="97" y="178"/>
                  <a:pt x="97" y="178"/>
                  <a:pt x="97" y="178"/>
                </a:cubicBezTo>
                <a:cubicBezTo>
                  <a:pt x="97" y="222"/>
                  <a:pt x="97" y="222"/>
                  <a:pt x="97" y="222"/>
                </a:cubicBezTo>
                <a:cubicBezTo>
                  <a:pt x="222" y="222"/>
                  <a:pt x="222" y="222"/>
                  <a:pt x="222" y="222"/>
                </a:cubicBezTo>
                <a:lnTo>
                  <a:pt x="222" y="178"/>
                </a:lnTo>
                <a:close/>
                <a:moveTo>
                  <a:pt x="222" y="98"/>
                </a:moveTo>
                <a:lnTo>
                  <a:pt x="222" y="98"/>
                </a:lnTo>
                <a:cubicBezTo>
                  <a:pt x="97" y="98"/>
                  <a:pt x="97" y="98"/>
                  <a:pt x="97" y="98"/>
                </a:cubicBezTo>
                <a:cubicBezTo>
                  <a:pt x="97" y="143"/>
                  <a:pt x="97" y="143"/>
                  <a:pt x="97" y="143"/>
                </a:cubicBezTo>
                <a:cubicBezTo>
                  <a:pt x="222" y="143"/>
                  <a:pt x="222" y="143"/>
                  <a:pt x="222" y="143"/>
                </a:cubicBezTo>
                <a:lnTo>
                  <a:pt x="222" y="98"/>
                </a:lnTo>
                <a:close/>
                <a:moveTo>
                  <a:pt x="389" y="257"/>
                </a:moveTo>
                <a:lnTo>
                  <a:pt x="389" y="257"/>
                </a:lnTo>
                <a:cubicBezTo>
                  <a:pt x="389" y="257"/>
                  <a:pt x="354" y="249"/>
                  <a:pt x="354" y="231"/>
                </a:cubicBezTo>
                <a:cubicBezTo>
                  <a:pt x="354" y="204"/>
                  <a:pt x="381" y="196"/>
                  <a:pt x="381" y="151"/>
                </a:cubicBezTo>
                <a:cubicBezTo>
                  <a:pt x="381" y="125"/>
                  <a:pt x="372" y="98"/>
                  <a:pt x="336" y="98"/>
                </a:cubicBezTo>
                <a:cubicBezTo>
                  <a:pt x="301" y="98"/>
                  <a:pt x="292" y="125"/>
                  <a:pt x="292" y="151"/>
                </a:cubicBezTo>
                <a:cubicBezTo>
                  <a:pt x="292" y="196"/>
                  <a:pt x="319" y="204"/>
                  <a:pt x="319" y="231"/>
                </a:cubicBezTo>
                <a:cubicBezTo>
                  <a:pt x="319" y="249"/>
                  <a:pt x="275" y="257"/>
                  <a:pt x="275" y="257"/>
                </a:cubicBezTo>
                <a:lnTo>
                  <a:pt x="275" y="293"/>
                </a:lnTo>
                <a:cubicBezTo>
                  <a:pt x="398" y="293"/>
                  <a:pt x="398" y="293"/>
                  <a:pt x="398" y="293"/>
                </a:cubicBezTo>
                <a:cubicBezTo>
                  <a:pt x="398" y="293"/>
                  <a:pt x="398" y="257"/>
                  <a:pt x="389" y="257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48" name="Freeform 76"/>
          <p:cNvSpPr>
            <a:spLocks noChangeArrowheads="1"/>
          </p:cNvSpPr>
          <p:nvPr/>
        </p:nvSpPr>
        <p:spPr bwMode="auto">
          <a:xfrm>
            <a:off x="2053624" y="2230942"/>
            <a:ext cx="194635" cy="330350"/>
          </a:xfrm>
          <a:custGeom>
            <a:avLst/>
            <a:gdLst>
              <a:gd name="T0" fmla="*/ 238 w 283"/>
              <a:gd name="T1" fmla="*/ 0 h 489"/>
              <a:gd name="T2" fmla="*/ 238 w 283"/>
              <a:gd name="T3" fmla="*/ 0 h 489"/>
              <a:gd name="T4" fmla="*/ 44 w 283"/>
              <a:gd name="T5" fmla="*/ 0 h 489"/>
              <a:gd name="T6" fmla="*/ 0 w 283"/>
              <a:gd name="T7" fmla="*/ 44 h 489"/>
              <a:gd name="T8" fmla="*/ 0 w 283"/>
              <a:gd name="T9" fmla="*/ 434 h 489"/>
              <a:gd name="T10" fmla="*/ 44 w 283"/>
              <a:gd name="T11" fmla="*/ 488 h 489"/>
              <a:gd name="T12" fmla="*/ 238 w 283"/>
              <a:gd name="T13" fmla="*/ 488 h 489"/>
              <a:gd name="T14" fmla="*/ 282 w 283"/>
              <a:gd name="T15" fmla="*/ 434 h 489"/>
              <a:gd name="T16" fmla="*/ 282 w 283"/>
              <a:gd name="T17" fmla="*/ 44 h 489"/>
              <a:gd name="T18" fmla="*/ 238 w 283"/>
              <a:gd name="T19" fmla="*/ 0 h 489"/>
              <a:gd name="T20" fmla="*/ 141 w 283"/>
              <a:gd name="T21" fmla="*/ 460 h 489"/>
              <a:gd name="T22" fmla="*/ 141 w 283"/>
              <a:gd name="T23" fmla="*/ 460 h 489"/>
              <a:gd name="T24" fmla="*/ 106 w 283"/>
              <a:gd name="T25" fmla="*/ 443 h 489"/>
              <a:gd name="T26" fmla="*/ 141 w 283"/>
              <a:gd name="T27" fmla="*/ 416 h 489"/>
              <a:gd name="T28" fmla="*/ 176 w 283"/>
              <a:gd name="T29" fmla="*/ 443 h 489"/>
              <a:gd name="T30" fmla="*/ 141 w 283"/>
              <a:gd name="T31" fmla="*/ 460 h 489"/>
              <a:gd name="T32" fmla="*/ 247 w 283"/>
              <a:gd name="T33" fmla="*/ 390 h 489"/>
              <a:gd name="T34" fmla="*/ 247 w 283"/>
              <a:gd name="T35" fmla="*/ 390 h 489"/>
              <a:gd name="T36" fmla="*/ 35 w 283"/>
              <a:gd name="T37" fmla="*/ 390 h 489"/>
              <a:gd name="T38" fmla="*/ 35 w 283"/>
              <a:gd name="T39" fmla="*/ 62 h 489"/>
              <a:gd name="T40" fmla="*/ 247 w 283"/>
              <a:gd name="T41" fmla="*/ 62 h 489"/>
              <a:gd name="T42" fmla="*/ 247 w 283"/>
              <a:gd name="T43" fmla="*/ 390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83" h="489">
                <a:moveTo>
                  <a:pt x="238" y="0"/>
                </a:moveTo>
                <a:lnTo>
                  <a:pt x="238" y="0"/>
                </a:lnTo>
                <a:cubicBezTo>
                  <a:pt x="44" y="0"/>
                  <a:pt x="44" y="0"/>
                  <a:pt x="44" y="0"/>
                </a:cubicBezTo>
                <a:cubicBezTo>
                  <a:pt x="17" y="0"/>
                  <a:pt x="0" y="18"/>
                  <a:pt x="0" y="44"/>
                </a:cubicBezTo>
                <a:cubicBezTo>
                  <a:pt x="0" y="434"/>
                  <a:pt x="0" y="434"/>
                  <a:pt x="0" y="434"/>
                </a:cubicBezTo>
                <a:cubicBezTo>
                  <a:pt x="0" y="460"/>
                  <a:pt x="17" y="488"/>
                  <a:pt x="44" y="488"/>
                </a:cubicBezTo>
                <a:cubicBezTo>
                  <a:pt x="238" y="488"/>
                  <a:pt x="238" y="488"/>
                  <a:pt x="238" y="488"/>
                </a:cubicBezTo>
                <a:cubicBezTo>
                  <a:pt x="265" y="488"/>
                  <a:pt x="282" y="460"/>
                  <a:pt x="282" y="434"/>
                </a:cubicBezTo>
                <a:cubicBezTo>
                  <a:pt x="282" y="44"/>
                  <a:pt x="282" y="44"/>
                  <a:pt x="282" y="44"/>
                </a:cubicBezTo>
                <a:cubicBezTo>
                  <a:pt x="282" y="18"/>
                  <a:pt x="265" y="0"/>
                  <a:pt x="238" y="0"/>
                </a:cubicBezTo>
                <a:close/>
                <a:moveTo>
                  <a:pt x="141" y="460"/>
                </a:moveTo>
                <a:lnTo>
                  <a:pt x="141" y="460"/>
                </a:lnTo>
                <a:cubicBezTo>
                  <a:pt x="123" y="460"/>
                  <a:pt x="106" y="451"/>
                  <a:pt x="106" y="443"/>
                </a:cubicBezTo>
                <a:cubicBezTo>
                  <a:pt x="106" y="425"/>
                  <a:pt x="123" y="416"/>
                  <a:pt x="141" y="416"/>
                </a:cubicBezTo>
                <a:cubicBezTo>
                  <a:pt x="159" y="416"/>
                  <a:pt x="176" y="425"/>
                  <a:pt x="176" y="443"/>
                </a:cubicBezTo>
                <a:cubicBezTo>
                  <a:pt x="176" y="451"/>
                  <a:pt x="159" y="460"/>
                  <a:pt x="141" y="460"/>
                </a:cubicBezTo>
                <a:close/>
                <a:moveTo>
                  <a:pt x="247" y="390"/>
                </a:moveTo>
                <a:lnTo>
                  <a:pt x="247" y="390"/>
                </a:lnTo>
                <a:cubicBezTo>
                  <a:pt x="35" y="390"/>
                  <a:pt x="35" y="390"/>
                  <a:pt x="35" y="390"/>
                </a:cubicBezTo>
                <a:cubicBezTo>
                  <a:pt x="35" y="62"/>
                  <a:pt x="35" y="62"/>
                  <a:pt x="35" y="62"/>
                </a:cubicBezTo>
                <a:cubicBezTo>
                  <a:pt x="247" y="62"/>
                  <a:pt x="247" y="62"/>
                  <a:pt x="247" y="62"/>
                </a:cubicBezTo>
                <a:lnTo>
                  <a:pt x="247" y="390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49" name="Freeform 85"/>
          <p:cNvSpPr>
            <a:spLocks noChangeArrowheads="1"/>
          </p:cNvSpPr>
          <p:nvPr/>
        </p:nvSpPr>
        <p:spPr bwMode="auto">
          <a:xfrm>
            <a:off x="1315290" y="3590047"/>
            <a:ext cx="307030" cy="297136"/>
          </a:xfrm>
          <a:custGeom>
            <a:avLst/>
            <a:gdLst>
              <a:gd name="T0" fmla="*/ 443 w 444"/>
              <a:gd name="T1" fmla="*/ 159 h 435"/>
              <a:gd name="T2" fmla="*/ 284 w 444"/>
              <a:gd name="T3" fmla="*/ 159 h 435"/>
              <a:gd name="T4" fmla="*/ 222 w 444"/>
              <a:gd name="T5" fmla="*/ 0 h 435"/>
              <a:gd name="T6" fmla="*/ 160 w 444"/>
              <a:gd name="T7" fmla="*/ 159 h 435"/>
              <a:gd name="T8" fmla="*/ 0 w 444"/>
              <a:gd name="T9" fmla="*/ 159 h 435"/>
              <a:gd name="T10" fmla="*/ 133 w 444"/>
              <a:gd name="T11" fmla="*/ 256 h 435"/>
              <a:gd name="T12" fmla="*/ 88 w 444"/>
              <a:gd name="T13" fmla="*/ 434 h 435"/>
              <a:gd name="T14" fmla="*/ 222 w 444"/>
              <a:gd name="T15" fmla="*/ 327 h 435"/>
              <a:gd name="T16" fmla="*/ 354 w 444"/>
              <a:gd name="T17" fmla="*/ 434 h 435"/>
              <a:gd name="T18" fmla="*/ 310 w 444"/>
              <a:gd name="T19" fmla="*/ 256 h 435"/>
              <a:gd name="T20" fmla="*/ 443 w 444"/>
              <a:gd name="T21" fmla="*/ 159 h 435"/>
              <a:gd name="T22" fmla="*/ 222 w 444"/>
              <a:gd name="T23" fmla="*/ 283 h 435"/>
              <a:gd name="T24" fmla="*/ 141 w 444"/>
              <a:gd name="T25" fmla="*/ 344 h 435"/>
              <a:gd name="T26" fmla="*/ 177 w 444"/>
              <a:gd name="T27" fmla="*/ 256 h 435"/>
              <a:gd name="T28" fmla="*/ 106 w 444"/>
              <a:gd name="T29" fmla="*/ 194 h 435"/>
              <a:gd name="T30" fmla="*/ 195 w 444"/>
              <a:gd name="T31" fmla="*/ 203 h 435"/>
              <a:gd name="T32" fmla="*/ 222 w 444"/>
              <a:gd name="T33" fmla="*/ 97 h 435"/>
              <a:gd name="T34" fmla="*/ 248 w 444"/>
              <a:gd name="T35" fmla="*/ 203 h 435"/>
              <a:gd name="T36" fmla="*/ 337 w 444"/>
              <a:gd name="T37" fmla="*/ 194 h 435"/>
              <a:gd name="T38" fmla="*/ 266 w 444"/>
              <a:gd name="T39" fmla="*/ 256 h 435"/>
              <a:gd name="T40" fmla="*/ 293 w 444"/>
              <a:gd name="T41" fmla="*/ 344 h 435"/>
              <a:gd name="T42" fmla="*/ 222 w 444"/>
              <a:gd name="T43" fmla="*/ 283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44" h="435">
                <a:moveTo>
                  <a:pt x="443" y="159"/>
                </a:moveTo>
                <a:lnTo>
                  <a:pt x="284" y="159"/>
                </a:lnTo>
                <a:lnTo>
                  <a:pt x="222" y="0"/>
                </a:lnTo>
                <a:lnTo>
                  <a:pt x="160" y="159"/>
                </a:lnTo>
                <a:lnTo>
                  <a:pt x="0" y="159"/>
                </a:lnTo>
                <a:lnTo>
                  <a:pt x="133" y="256"/>
                </a:lnTo>
                <a:lnTo>
                  <a:pt x="88" y="434"/>
                </a:lnTo>
                <a:lnTo>
                  <a:pt x="222" y="327"/>
                </a:lnTo>
                <a:lnTo>
                  <a:pt x="354" y="434"/>
                </a:lnTo>
                <a:lnTo>
                  <a:pt x="310" y="256"/>
                </a:lnTo>
                <a:lnTo>
                  <a:pt x="443" y="159"/>
                </a:lnTo>
                <a:close/>
                <a:moveTo>
                  <a:pt x="222" y="283"/>
                </a:moveTo>
                <a:lnTo>
                  <a:pt x="141" y="344"/>
                </a:lnTo>
                <a:lnTo>
                  <a:pt x="177" y="256"/>
                </a:lnTo>
                <a:lnTo>
                  <a:pt x="106" y="194"/>
                </a:lnTo>
                <a:lnTo>
                  <a:pt x="195" y="203"/>
                </a:lnTo>
                <a:lnTo>
                  <a:pt x="222" y="97"/>
                </a:lnTo>
                <a:lnTo>
                  <a:pt x="248" y="203"/>
                </a:lnTo>
                <a:lnTo>
                  <a:pt x="337" y="194"/>
                </a:lnTo>
                <a:lnTo>
                  <a:pt x="266" y="256"/>
                </a:lnTo>
                <a:lnTo>
                  <a:pt x="293" y="344"/>
                </a:lnTo>
                <a:lnTo>
                  <a:pt x="222" y="283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50" name="Freeform 87"/>
          <p:cNvSpPr>
            <a:spLocks noChangeArrowheads="1"/>
          </p:cNvSpPr>
          <p:nvPr/>
        </p:nvSpPr>
        <p:spPr bwMode="auto">
          <a:xfrm>
            <a:off x="2676822" y="5599080"/>
            <a:ext cx="317081" cy="306113"/>
          </a:xfrm>
          <a:custGeom>
            <a:avLst/>
            <a:gdLst>
              <a:gd name="T0" fmla="*/ 115 w 462"/>
              <a:gd name="T1" fmla="*/ 151 h 452"/>
              <a:gd name="T2" fmla="*/ 186 w 462"/>
              <a:gd name="T3" fmla="*/ 97 h 452"/>
              <a:gd name="T4" fmla="*/ 186 w 462"/>
              <a:gd name="T5" fmla="*/ 70 h 452"/>
              <a:gd name="T6" fmla="*/ 44 w 462"/>
              <a:gd name="T7" fmla="*/ 88 h 452"/>
              <a:gd name="T8" fmla="*/ 115 w 462"/>
              <a:gd name="T9" fmla="*/ 151 h 452"/>
              <a:gd name="T10" fmla="*/ 62 w 462"/>
              <a:gd name="T11" fmla="*/ 195 h 452"/>
              <a:gd name="T12" fmla="*/ 26 w 462"/>
              <a:gd name="T13" fmla="*/ 124 h 452"/>
              <a:gd name="T14" fmla="*/ 35 w 462"/>
              <a:gd name="T15" fmla="*/ 336 h 452"/>
              <a:gd name="T16" fmla="*/ 62 w 462"/>
              <a:gd name="T17" fmla="*/ 195 h 452"/>
              <a:gd name="T18" fmla="*/ 230 w 462"/>
              <a:gd name="T19" fmla="*/ 35 h 452"/>
              <a:gd name="T20" fmla="*/ 346 w 462"/>
              <a:gd name="T21" fmla="*/ 26 h 452"/>
              <a:gd name="T22" fmla="*/ 151 w 462"/>
              <a:gd name="T23" fmla="*/ 8 h 452"/>
              <a:gd name="T24" fmla="*/ 230 w 462"/>
              <a:gd name="T25" fmla="*/ 35 h 452"/>
              <a:gd name="T26" fmla="*/ 301 w 462"/>
              <a:gd name="T27" fmla="*/ 266 h 452"/>
              <a:gd name="T28" fmla="*/ 248 w 462"/>
              <a:gd name="T29" fmla="*/ 132 h 452"/>
              <a:gd name="T30" fmla="*/ 204 w 462"/>
              <a:gd name="T31" fmla="*/ 124 h 452"/>
              <a:gd name="T32" fmla="*/ 160 w 462"/>
              <a:gd name="T33" fmla="*/ 195 h 452"/>
              <a:gd name="T34" fmla="*/ 301 w 462"/>
              <a:gd name="T35" fmla="*/ 266 h 452"/>
              <a:gd name="T36" fmla="*/ 363 w 462"/>
              <a:gd name="T37" fmla="*/ 327 h 452"/>
              <a:gd name="T38" fmla="*/ 363 w 462"/>
              <a:gd name="T39" fmla="*/ 407 h 452"/>
              <a:gd name="T40" fmla="*/ 390 w 462"/>
              <a:gd name="T41" fmla="*/ 301 h 452"/>
              <a:gd name="T42" fmla="*/ 292 w 462"/>
              <a:gd name="T43" fmla="*/ 301 h 452"/>
              <a:gd name="T44" fmla="*/ 142 w 462"/>
              <a:gd name="T45" fmla="*/ 239 h 452"/>
              <a:gd name="T46" fmla="*/ 107 w 462"/>
              <a:gd name="T47" fmla="*/ 239 h 452"/>
              <a:gd name="T48" fmla="*/ 142 w 462"/>
              <a:gd name="T49" fmla="*/ 434 h 452"/>
              <a:gd name="T50" fmla="*/ 381 w 462"/>
              <a:gd name="T51" fmla="*/ 53 h 452"/>
              <a:gd name="T52" fmla="*/ 275 w 462"/>
              <a:gd name="T53" fmla="*/ 79 h 452"/>
              <a:gd name="T54" fmla="*/ 275 w 462"/>
              <a:gd name="T55" fmla="*/ 106 h 452"/>
              <a:gd name="T56" fmla="*/ 390 w 462"/>
              <a:gd name="T57" fmla="*/ 266 h 452"/>
              <a:gd name="T58" fmla="*/ 461 w 462"/>
              <a:gd name="T59" fmla="*/ 221 h 452"/>
              <a:gd name="T60" fmla="*/ 319 w 462"/>
              <a:gd name="T61" fmla="*/ 327 h 452"/>
              <a:gd name="T62" fmla="*/ 177 w 462"/>
              <a:gd name="T63" fmla="*/ 443 h 452"/>
              <a:gd name="T64" fmla="*/ 328 w 462"/>
              <a:gd name="T65" fmla="*/ 434 h 452"/>
              <a:gd name="T66" fmla="*/ 328 w 462"/>
              <a:gd name="T67" fmla="*/ 336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62" h="452">
                <a:moveTo>
                  <a:pt x="115" y="151"/>
                </a:moveTo>
                <a:lnTo>
                  <a:pt x="115" y="151"/>
                </a:lnTo>
                <a:lnTo>
                  <a:pt x="124" y="151"/>
                </a:lnTo>
                <a:cubicBezTo>
                  <a:pt x="142" y="132"/>
                  <a:pt x="160" y="115"/>
                  <a:pt x="186" y="97"/>
                </a:cubicBezTo>
                <a:lnTo>
                  <a:pt x="186" y="88"/>
                </a:lnTo>
                <a:cubicBezTo>
                  <a:pt x="186" y="79"/>
                  <a:pt x="186" y="79"/>
                  <a:pt x="186" y="70"/>
                </a:cubicBezTo>
                <a:cubicBezTo>
                  <a:pt x="160" y="53"/>
                  <a:pt x="133" y="44"/>
                  <a:pt x="107" y="26"/>
                </a:cubicBezTo>
                <a:cubicBezTo>
                  <a:pt x="89" y="44"/>
                  <a:pt x="62" y="62"/>
                  <a:pt x="44" y="88"/>
                </a:cubicBezTo>
                <a:cubicBezTo>
                  <a:pt x="62" y="115"/>
                  <a:pt x="71" y="132"/>
                  <a:pt x="89" y="151"/>
                </a:cubicBezTo>
                <a:cubicBezTo>
                  <a:pt x="98" y="151"/>
                  <a:pt x="107" y="151"/>
                  <a:pt x="115" y="151"/>
                </a:cubicBezTo>
                <a:close/>
                <a:moveTo>
                  <a:pt x="62" y="195"/>
                </a:moveTo>
                <a:lnTo>
                  <a:pt x="62" y="195"/>
                </a:lnTo>
                <a:cubicBezTo>
                  <a:pt x="62" y="186"/>
                  <a:pt x="62" y="186"/>
                  <a:pt x="71" y="177"/>
                </a:cubicBezTo>
                <a:cubicBezTo>
                  <a:pt x="54" y="160"/>
                  <a:pt x="35" y="141"/>
                  <a:pt x="26" y="124"/>
                </a:cubicBezTo>
                <a:cubicBezTo>
                  <a:pt x="9" y="151"/>
                  <a:pt x="0" y="186"/>
                  <a:pt x="0" y="221"/>
                </a:cubicBezTo>
                <a:cubicBezTo>
                  <a:pt x="0" y="266"/>
                  <a:pt x="9" y="310"/>
                  <a:pt x="35" y="336"/>
                </a:cubicBezTo>
                <a:cubicBezTo>
                  <a:pt x="44" y="301"/>
                  <a:pt x="54" y="257"/>
                  <a:pt x="71" y="221"/>
                </a:cubicBezTo>
                <a:cubicBezTo>
                  <a:pt x="71" y="221"/>
                  <a:pt x="62" y="204"/>
                  <a:pt x="62" y="195"/>
                </a:cubicBezTo>
                <a:close/>
                <a:moveTo>
                  <a:pt x="230" y="35"/>
                </a:moveTo>
                <a:lnTo>
                  <a:pt x="230" y="35"/>
                </a:lnTo>
                <a:cubicBezTo>
                  <a:pt x="239" y="35"/>
                  <a:pt x="257" y="44"/>
                  <a:pt x="266" y="53"/>
                </a:cubicBezTo>
                <a:cubicBezTo>
                  <a:pt x="292" y="35"/>
                  <a:pt x="319" y="35"/>
                  <a:pt x="346" y="26"/>
                </a:cubicBezTo>
                <a:cubicBezTo>
                  <a:pt x="310" y="8"/>
                  <a:pt x="275" y="0"/>
                  <a:pt x="230" y="0"/>
                </a:cubicBezTo>
                <a:cubicBezTo>
                  <a:pt x="204" y="0"/>
                  <a:pt x="177" y="0"/>
                  <a:pt x="151" y="8"/>
                </a:cubicBezTo>
                <a:cubicBezTo>
                  <a:pt x="168" y="17"/>
                  <a:pt x="186" y="35"/>
                  <a:pt x="204" y="44"/>
                </a:cubicBezTo>
                <a:cubicBezTo>
                  <a:pt x="213" y="44"/>
                  <a:pt x="221" y="35"/>
                  <a:pt x="230" y="35"/>
                </a:cubicBezTo>
                <a:close/>
                <a:moveTo>
                  <a:pt x="301" y="266"/>
                </a:moveTo>
                <a:lnTo>
                  <a:pt x="301" y="266"/>
                </a:lnTo>
                <a:cubicBezTo>
                  <a:pt x="310" y="257"/>
                  <a:pt x="310" y="257"/>
                  <a:pt x="319" y="248"/>
                </a:cubicBezTo>
                <a:cubicBezTo>
                  <a:pt x="301" y="204"/>
                  <a:pt x="275" y="168"/>
                  <a:pt x="248" y="132"/>
                </a:cubicBezTo>
                <a:cubicBezTo>
                  <a:pt x="248" y="132"/>
                  <a:pt x="239" y="132"/>
                  <a:pt x="230" y="132"/>
                </a:cubicBezTo>
                <a:cubicBezTo>
                  <a:pt x="221" y="132"/>
                  <a:pt x="213" y="132"/>
                  <a:pt x="204" y="124"/>
                </a:cubicBezTo>
                <a:cubicBezTo>
                  <a:pt x="186" y="141"/>
                  <a:pt x="168" y="151"/>
                  <a:pt x="151" y="168"/>
                </a:cubicBezTo>
                <a:cubicBezTo>
                  <a:pt x="160" y="177"/>
                  <a:pt x="160" y="186"/>
                  <a:pt x="160" y="195"/>
                </a:cubicBezTo>
                <a:cubicBezTo>
                  <a:pt x="160" y="204"/>
                  <a:pt x="160" y="204"/>
                  <a:pt x="160" y="213"/>
                </a:cubicBezTo>
                <a:cubicBezTo>
                  <a:pt x="204" y="239"/>
                  <a:pt x="248" y="257"/>
                  <a:pt x="301" y="266"/>
                </a:cubicBezTo>
                <a:close/>
                <a:moveTo>
                  <a:pt x="363" y="327"/>
                </a:moveTo>
                <a:lnTo>
                  <a:pt x="363" y="327"/>
                </a:lnTo>
                <a:cubicBezTo>
                  <a:pt x="363" y="336"/>
                  <a:pt x="363" y="354"/>
                  <a:pt x="363" y="363"/>
                </a:cubicBezTo>
                <a:cubicBezTo>
                  <a:pt x="363" y="372"/>
                  <a:pt x="363" y="389"/>
                  <a:pt x="363" y="407"/>
                </a:cubicBezTo>
                <a:cubicBezTo>
                  <a:pt x="399" y="380"/>
                  <a:pt x="434" y="336"/>
                  <a:pt x="443" y="292"/>
                </a:cubicBezTo>
                <a:cubicBezTo>
                  <a:pt x="426" y="301"/>
                  <a:pt x="408" y="301"/>
                  <a:pt x="390" y="301"/>
                </a:cubicBezTo>
                <a:cubicBezTo>
                  <a:pt x="390" y="319"/>
                  <a:pt x="381" y="327"/>
                  <a:pt x="363" y="327"/>
                </a:cubicBezTo>
                <a:close/>
                <a:moveTo>
                  <a:pt x="292" y="301"/>
                </a:moveTo>
                <a:lnTo>
                  <a:pt x="292" y="301"/>
                </a:lnTo>
                <a:cubicBezTo>
                  <a:pt x="239" y="292"/>
                  <a:pt x="186" y="266"/>
                  <a:pt x="142" y="239"/>
                </a:cubicBezTo>
                <a:cubicBezTo>
                  <a:pt x="133" y="239"/>
                  <a:pt x="124" y="248"/>
                  <a:pt x="115" y="248"/>
                </a:cubicBezTo>
                <a:cubicBezTo>
                  <a:pt x="107" y="248"/>
                  <a:pt x="107" y="248"/>
                  <a:pt x="107" y="239"/>
                </a:cubicBezTo>
                <a:cubicBezTo>
                  <a:pt x="79" y="283"/>
                  <a:pt x="71" y="327"/>
                  <a:pt x="62" y="380"/>
                </a:cubicBezTo>
                <a:cubicBezTo>
                  <a:pt x="89" y="398"/>
                  <a:pt x="115" y="425"/>
                  <a:pt x="142" y="434"/>
                </a:cubicBezTo>
                <a:cubicBezTo>
                  <a:pt x="177" y="380"/>
                  <a:pt x="230" y="327"/>
                  <a:pt x="292" y="301"/>
                </a:cubicBezTo>
                <a:close/>
                <a:moveTo>
                  <a:pt x="381" y="53"/>
                </a:moveTo>
                <a:lnTo>
                  <a:pt x="381" y="53"/>
                </a:lnTo>
                <a:cubicBezTo>
                  <a:pt x="346" y="62"/>
                  <a:pt x="310" y="70"/>
                  <a:pt x="275" y="79"/>
                </a:cubicBezTo>
                <a:lnTo>
                  <a:pt x="283" y="88"/>
                </a:lnTo>
                <a:cubicBezTo>
                  <a:pt x="283" y="97"/>
                  <a:pt x="275" y="97"/>
                  <a:pt x="275" y="106"/>
                </a:cubicBezTo>
                <a:cubicBezTo>
                  <a:pt x="310" y="141"/>
                  <a:pt x="328" y="186"/>
                  <a:pt x="346" y="239"/>
                </a:cubicBezTo>
                <a:cubicBezTo>
                  <a:pt x="363" y="239"/>
                  <a:pt x="381" y="248"/>
                  <a:pt x="390" y="266"/>
                </a:cubicBezTo>
                <a:cubicBezTo>
                  <a:pt x="417" y="266"/>
                  <a:pt x="434" y="266"/>
                  <a:pt x="452" y="257"/>
                </a:cubicBezTo>
                <a:cubicBezTo>
                  <a:pt x="461" y="248"/>
                  <a:pt x="461" y="230"/>
                  <a:pt x="461" y="221"/>
                </a:cubicBezTo>
                <a:cubicBezTo>
                  <a:pt x="461" y="160"/>
                  <a:pt x="426" y="97"/>
                  <a:pt x="381" y="53"/>
                </a:cubicBezTo>
                <a:close/>
                <a:moveTo>
                  <a:pt x="319" y="327"/>
                </a:moveTo>
                <a:lnTo>
                  <a:pt x="319" y="327"/>
                </a:lnTo>
                <a:cubicBezTo>
                  <a:pt x="257" y="354"/>
                  <a:pt x="213" y="389"/>
                  <a:pt x="177" y="443"/>
                </a:cubicBezTo>
                <a:cubicBezTo>
                  <a:pt x="195" y="451"/>
                  <a:pt x="213" y="451"/>
                  <a:pt x="230" y="451"/>
                </a:cubicBezTo>
                <a:cubicBezTo>
                  <a:pt x="266" y="451"/>
                  <a:pt x="292" y="443"/>
                  <a:pt x="328" y="434"/>
                </a:cubicBezTo>
                <a:cubicBezTo>
                  <a:pt x="328" y="407"/>
                  <a:pt x="337" y="380"/>
                  <a:pt x="337" y="363"/>
                </a:cubicBezTo>
                <a:cubicBezTo>
                  <a:pt x="337" y="354"/>
                  <a:pt x="337" y="345"/>
                  <a:pt x="328" y="336"/>
                </a:cubicBezTo>
                <a:cubicBezTo>
                  <a:pt x="328" y="327"/>
                  <a:pt x="319" y="327"/>
                  <a:pt x="319" y="327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51" name="Freeform 94"/>
          <p:cNvSpPr>
            <a:spLocks noChangeArrowheads="1"/>
          </p:cNvSpPr>
          <p:nvPr/>
        </p:nvSpPr>
        <p:spPr bwMode="auto">
          <a:xfrm>
            <a:off x="7444008" y="2318916"/>
            <a:ext cx="343581" cy="153505"/>
          </a:xfrm>
          <a:custGeom>
            <a:avLst/>
            <a:gdLst>
              <a:gd name="T0" fmla="*/ 478 w 498"/>
              <a:gd name="T1" fmla="*/ 90 h 223"/>
              <a:gd name="T2" fmla="*/ 478 w 498"/>
              <a:gd name="T3" fmla="*/ 90 h 223"/>
              <a:gd name="T4" fmla="*/ 399 w 498"/>
              <a:gd name="T5" fmla="*/ 9 h 223"/>
              <a:gd name="T6" fmla="*/ 372 w 498"/>
              <a:gd name="T7" fmla="*/ 0 h 223"/>
              <a:gd name="T8" fmla="*/ 249 w 498"/>
              <a:gd name="T9" fmla="*/ 0 h 223"/>
              <a:gd name="T10" fmla="*/ 124 w 498"/>
              <a:gd name="T11" fmla="*/ 0 h 223"/>
              <a:gd name="T12" fmla="*/ 98 w 498"/>
              <a:gd name="T13" fmla="*/ 9 h 223"/>
              <a:gd name="T14" fmla="*/ 18 w 498"/>
              <a:gd name="T15" fmla="*/ 90 h 223"/>
              <a:gd name="T16" fmla="*/ 0 w 498"/>
              <a:gd name="T17" fmla="*/ 125 h 223"/>
              <a:gd name="T18" fmla="*/ 18 w 498"/>
              <a:gd name="T19" fmla="*/ 196 h 223"/>
              <a:gd name="T20" fmla="*/ 45 w 498"/>
              <a:gd name="T21" fmla="*/ 222 h 223"/>
              <a:gd name="T22" fmla="*/ 452 w 498"/>
              <a:gd name="T23" fmla="*/ 222 h 223"/>
              <a:gd name="T24" fmla="*/ 478 w 498"/>
              <a:gd name="T25" fmla="*/ 196 h 223"/>
              <a:gd name="T26" fmla="*/ 497 w 498"/>
              <a:gd name="T27" fmla="*/ 125 h 223"/>
              <a:gd name="T28" fmla="*/ 478 w 498"/>
              <a:gd name="T29" fmla="*/ 90 h 223"/>
              <a:gd name="T30" fmla="*/ 346 w 498"/>
              <a:gd name="T31" fmla="*/ 98 h 223"/>
              <a:gd name="T32" fmla="*/ 346 w 498"/>
              <a:gd name="T33" fmla="*/ 98 h 223"/>
              <a:gd name="T34" fmla="*/ 346 w 498"/>
              <a:gd name="T35" fmla="*/ 107 h 223"/>
              <a:gd name="T36" fmla="*/ 319 w 498"/>
              <a:gd name="T37" fmla="*/ 151 h 223"/>
              <a:gd name="T38" fmla="*/ 178 w 498"/>
              <a:gd name="T39" fmla="*/ 151 h 223"/>
              <a:gd name="T40" fmla="*/ 151 w 498"/>
              <a:gd name="T41" fmla="*/ 107 h 223"/>
              <a:gd name="T42" fmla="*/ 151 w 498"/>
              <a:gd name="T43" fmla="*/ 98 h 223"/>
              <a:gd name="T44" fmla="*/ 62 w 498"/>
              <a:gd name="T45" fmla="*/ 98 h 223"/>
              <a:gd name="T46" fmla="*/ 106 w 498"/>
              <a:gd name="T47" fmla="*/ 45 h 223"/>
              <a:gd name="T48" fmla="*/ 390 w 498"/>
              <a:gd name="T49" fmla="*/ 45 h 223"/>
              <a:gd name="T50" fmla="*/ 434 w 498"/>
              <a:gd name="T51" fmla="*/ 98 h 223"/>
              <a:gd name="T52" fmla="*/ 346 w 498"/>
              <a:gd name="T53" fmla="*/ 98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98" h="223">
                <a:moveTo>
                  <a:pt x="478" y="90"/>
                </a:moveTo>
                <a:lnTo>
                  <a:pt x="478" y="90"/>
                </a:lnTo>
                <a:cubicBezTo>
                  <a:pt x="470" y="72"/>
                  <a:pt x="425" y="27"/>
                  <a:pt x="399" y="9"/>
                </a:cubicBezTo>
                <a:cubicBezTo>
                  <a:pt x="399" y="0"/>
                  <a:pt x="390" y="0"/>
                  <a:pt x="372" y="0"/>
                </a:cubicBezTo>
                <a:cubicBezTo>
                  <a:pt x="364" y="0"/>
                  <a:pt x="249" y="0"/>
                  <a:pt x="249" y="0"/>
                </a:cubicBezTo>
                <a:cubicBezTo>
                  <a:pt x="249" y="0"/>
                  <a:pt x="133" y="0"/>
                  <a:pt x="124" y="0"/>
                </a:cubicBezTo>
                <a:cubicBezTo>
                  <a:pt x="106" y="0"/>
                  <a:pt x="98" y="0"/>
                  <a:pt x="98" y="9"/>
                </a:cubicBezTo>
                <a:cubicBezTo>
                  <a:pt x="71" y="27"/>
                  <a:pt x="27" y="72"/>
                  <a:pt x="18" y="90"/>
                </a:cubicBezTo>
                <a:cubicBezTo>
                  <a:pt x="0" y="98"/>
                  <a:pt x="0" y="107"/>
                  <a:pt x="0" y="125"/>
                </a:cubicBezTo>
                <a:cubicBezTo>
                  <a:pt x="18" y="196"/>
                  <a:pt x="18" y="196"/>
                  <a:pt x="18" y="196"/>
                </a:cubicBezTo>
                <a:cubicBezTo>
                  <a:pt x="18" y="213"/>
                  <a:pt x="36" y="222"/>
                  <a:pt x="45" y="222"/>
                </a:cubicBezTo>
                <a:cubicBezTo>
                  <a:pt x="452" y="222"/>
                  <a:pt x="452" y="222"/>
                  <a:pt x="452" y="222"/>
                </a:cubicBezTo>
                <a:cubicBezTo>
                  <a:pt x="461" y="222"/>
                  <a:pt x="478" y="213"/>
                  <a:pt x="478" y="196"/>
                </a:cubicBezTo>
                <a:cubicBezTo>
                  <a:pt x="497" y="125"/>
                  <a:pt x="497" y="125"/>
                  <a:pt x="497" y="125"/>
                </a:cubicBezTo>
                <a:cubicBezTo>
                  <a:pt x="497" y="107"/>
                  <a:pt x="497" y="98"/>
                  <a:pt x="478" y="90"/>
                </a:cubicBezTo>
                <a:close/>
                <a:moveTo>
                  <a:pt x="346" y="98"/>
                </a:moveTo>
                <a:lnTo>
                  <a:pt x="346" y="98"/>
                </a:lnTo>
                <a:lnTo>
                  <a:pt x="346" y="107"/>
                </a:lnTo>
                <a:cubicBezTo>
                  <a:pt x="319" y="151"/>
                  <a:pt x="319" y="151"/>
                  <a:pt x="319" y="151"/>
                </a:cubicBezTo>
                <a:cubicBezTo>
                  <a:pt x="178" y="151"/>
                  <a:pt x="178" y="151"/>
                  <a:pt x="178" y="151"/>
                </a:cubicBezTo>
                <a:cubicBezTo>
                  <a:pt x="151" y="107"/>
                  <a:pt x="151" y="107"/>
                  <a:pt x="151" y="107"/>
                </a:cubicBezTo>
                <a:lnTo>
                  <a:pt x="151" y="98"/>
                </a:lnTo>
                <a:cubicBezTo>
                  <a:pt x="62" y="98"/>
                  <a:pt x="62" y="98"/>
                  <a:pt x="62" y="98"/>
                </a:cubicBezTo>
                <a:cubicBezTo>
                  <a:pt x="106" y="45"/>
                  <a:pt x="106" y="45"/>
                  <a:pt x="106" y="45"/>
                </a:cubicBezTo>
                <a:cubicBezTo>
                  <a:pt x="390" y="45"/>
                  <a:pt x="390" y="45"/>
                  <a:pt x="390" y="45"/>
                </a:cubicBezTo>
                <a:cubicBezTo>
                  <a:pt x="434" y="98"/>
                  <a:pt x="434" y="98"/>
                  <a:pt x="434" y="98"/>
                </a:cubicBezTo>
                <a:lnTo>
                  <a:pt x="346" y="98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52" name="Freeform 99"/>
          <p:cNvSpPr>
            <a:spLocks noChangeArrowheads="1"/>
          </p:cNvSpPr>
          <p:nvPr/>
        </p:nvSpPr>
        <p:spPr bwMode="auto">
          <a:xfrm>
            <a:off x="4029214" y="5646657"/>
            <a:ext cx="343581" cy="205572"/>
          </a:xfrm>
          <a:custGeom>
            <a:avLst/>
            <a:gdLst>
              <a:gd name="T0" fmla="*/ 381 w 497"/>
              <a:gd name="T1" fmla="*/ 151 h 303"/>
              <a:gd name="T2" fmla="*/ 381 w 497"/>
              <a:gd name="T3" fmla="*/ 151 h 303"/>
              <a:gd name="T4" fmla="*/ 434 w 497"/>
              <a:gd name="T5" fmla="*/ 45 h 303"/>
              <a:gd name="T6" fmla="*/ 470 w 497"/>
              <a:gd name="T7" fmla="*/ 45 h 303"/>
              <a:gd name="T8" fmla="*/ 381 w 497"/>
              <a:gd name="T9" fmla="*/ 0 h 303"/>
              <a:gd name="T10" fmla="*/ 133 w 497"/>
              <a:gd name="T11" fmla="*/ 0 h 303"/>
              <a:gd name="T12" fmla="*/ 0 w 497"/>
              <a:gd name="T13" fmla="*/ 151 h 303"/>
              <a:gd name="T14" fmla="*/ 133 w 497"/>
              <a:gd name="T15" fmla="*/ 302 h 303"/>
              <a:gd name="T16" fmla="*/ 381 w 497"/>
              <a:gd name="T17" fmla="*/ 302 h 303"/>
              <a:gd name="T18" fmla="*/ 470 w 497"/>
              <a:gd name="T19" fmla="*/ 257 h 303"/>
              <a:gd name="T20" fmla="*/ 434 w 497"/>
              <a:gd name="T21" fmla="*/ 257 h 303"/>
              <a:gd name="T22" fmla="*/ 381 w 497"/>
              <a:gd name="T23" fmla="*/ 151 h 303"/>
              <a:gd name="T24" fmla="*/ 310 w 497"/>
              <a:gd name="T25" fmla="*/ 196 h 303"/>
              <a:gd name="T26" fmla="*/ 310 w 497"/>
              <a:gd name="T27" fmla="*/ 196 h 303"/>
              <a:gd name="T28" fmla="*/ 302 w 497"/>
              <a:gd name="T29" fmla="*/ 196 h 303"/>
              <a:gd name="T30" fmla="*/ 221 w 497"/>
              <a:gd name="T31" fmla="*/ 169 h 303"/>
              <a:gd name="T32" fmla="*/ 212 w 497"/>
              <a:gd name="T33" fmla="*/ 196 h 303"/>
              <a:gd name="T34" fmla="*/ 186 w 497"/>
              <a:gd name="T35" fmla="*/ 204 h 303"/>
              <a:gd name="T36" fmla="*/ 98 w 497"/>
              <a:gd name="T37" fmla="*/ 125 h 303"/>
              <a:gd name="T38" fmla="*/ 89 w 497"/>
              <a:gd name="T39" fmla="*/ 107 h 303"/>
              <a:gd name="T40" fmla="*/ 106 w 497"/>
              <a:gd name="T41" fmla="*/ 107 h 303"/>
              <a:gd name="T42" fmla="*/ 177 w 497"/>
              <a:gd name="T43" fmla="*/ 143 h 303"/>
              <a:gd name="T44" fmla="*/ 195 w 497"/>
              <a:gd name="T45" fmla="*/ 116 h 303"/>
              <a:gd name="T46" fmla="*/ 221 w 497"/>
              <a:gd name="T47" fmla="*/ 107 h 303"/>
              <a:gd name="T48" fmla="*/ 310 w 497"/>
              <a:gd name="T49" fmla="*/ 187 h 303"/>
              <a:gd name="T50" fmla="*/ 310 w 497"/>
              <a:gd name="T51" fmla="*/ 196 h 303"/>
              <a:gd name="T52" fmla="*/ 470 w 497"/>
              <a:gd name="T53" fmla="*/ 98 h 303"/>
              <a:gd name="T54" fmla="*/ 470 w 497"/>
              <a:gd name="T55" fmla="*/ 98 h 303"/>
              <a:gd name="T56" fmla="*/ 452 w 497"/>
              <a:gd name="T57" fmla="*/ 98 h 303"/>
              <a:gd name="T58" fmla="*/ 425 w 497"/>
              <a:gd name="T59" fmla="*/ 151 h 303"/>
              <a:gd name="T60" fmla="*/ 452 w 497"/>
              <a:gd name="T61" fmla="*/ 204 h 303"/>
              <a:gd name="T62" fmla="*/ 470 w 497"/>
              <a:gd name="T63" fmla="*/ 204 h 303"/>
              <a:gd name="T64" fmla="*/ 496 w 497"/>
              <a:gd name="T65" fmla="*/ 151 h 303"/>
              <a:gd name="T66" fmla="*/ 470 w 497"/>
              <a:gd name="T67" fmla="*/ 98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97" h="303">
                <a:moveTo>
                  <a:pt x="381" y="151"/>
                </a:moveTo>
                <a:lnTo>
                  <a:pt x="381" y="151"/>
                </a:lnTo>
                <a:cubicBezTo>
                  <a:pt x="381" y="90"/>
                  <a:pt x="417" y="45"/>
                  <a:pt x="434" y="45"/>
                </a:cubicBezTo>
                <a:cubicBezTo>
                  <a:pt x="443" y="45"/>
                  <a:pt x="470" y="45"/>
                  <a:pt x="470" y="45"/>
                </a:cubicBezTo>
                <a:cubicBezTo>
                  <a:pt x="452" y="18"/>
                  <a:pt x="443" y="0"/>
                  <a:pt x="381" y="0"/>
                </a:cubicBezTo>
                <a:cubicBezTo>
                  <a:pt x="133" y="0"/>
                  <a:pt x="133" y="0"/>
                  <a:pt x="133" y="0"/>
                </a:cubicBezTo>
                <a:cubicBezTo>
                  <a:pt x="36" y="0"/>
                  <a:pt x="0" y="90"/>
                  <a:pt x="0" y="151"/>
                </a:cubicBezTo>
                <a:cubicBezTo>
                  <a:pt x="0" y="213"/>
                  <a:pt x="36" y="302"/>
                  <a:pt x="133" y="302"/>
                </a:cubicBezTo>
                <a:cubicBezTo>
                  <a:pt x="381" y="302"/>
                  <a:pt x="381" y="302"/>
                  <a:pt x="381" y="302"/>
                </a:cubicBezTo>
                <a:cubicBezTo>
                  <a:pt x="443" y="302"/>
                  <a:pt x="452" y="284"/>
                  <a:pt x="470" y="257"/>
                </a:cubicBezTo>
                <a:cubicBezTo>
                  <a:pt x="470" y="257"/>
                  <a:pt x="461" y="257"/>
                  <a:pt x="434" y="257"/>
                </a:cubicBezTo>
                <a:cubicBezTo>
                  <a:pt x="417" y="257"/>
                  <a:pt x="381" y="222"/>
                  <a:pt x="381" y="151"/>
                </a:cubicBezTo>
                <a:close/>
                <a:moveTo>
                  <a:pt x="310" y="196"/>
                </a:moveTo>
                <a:lnTo>
                  <a:pt x="310" y="196"/>
                </a:lnTo>
                <a:cubicBezTo>
                  <a:pt x="310" y="204"/>
                  <a:pt x="302" y="196"/>
                  <a:pt x="302" y="196"/>
                </a:cubicBezTo>
                <a:cubicBezTo>
                  <a:pt x="221" y="169"/>
                  <a:pt x="221" y="169"/>
                  <a:pt x="221" y="169"/>
                </a:cubicBezTo>
                <a:cubicBezTo>
                  <a:pt x="221" y="169"/>
                  <a:pt x="221" y="178"/>
                  <a:pt x="212" y="196"/>
                </a:cubicBezTo>
                <a:cubicBezTo>
                  <a:pt x="204" y="204"/>
                  <a:pt x="204" y="222"/>
                  <a:pt x="186" y="204"/>
                </a:cubicBezTo>
                <a:cubicBezTo>
                  <a:pt x="159" y="187"/>
                  <a:pt x="98" y="125"/>
                  <a:pt x="98" y="125"/>
                </a:cubicBezTo>
                <a:cubicBezTo>
                  <a:pt x="98" y="125"/>
                  <a:pt x="89" y="116"/>
                  <a:pt x="89" y="107"/>
                </a:cubicBezTo>
                <a:cubicBezTo>
                  <a:pt x="98" y="107"/>
                  <a:pt x="106" y="107"/>
                  <a:pt x="106" y="107"/>
                </a:cubicBezTo>
                <a:cubicBezTo>
                  <a:pt x="177" y="143"/>
                  <a:pt x="177" y="143"/>
                  <a:pt x="177" y="143"/>
                </a:cubicBezTo>
                <a:cubicBezTo>
                  <a:pt x="177" y="143"/>
                  <a:pt x="186" y="125"/>
                  <a:pt x="195" y="116"/>
                </a:cubicBezTo>
                <a:cubicBezTo>
                  <a:pt x="195" y="98"/>
                  <a:pt x="204" y="90"/>
                  <a:pt x="221" y="107"/>
                </a:cubicBezTo>
                <a:cubicBezTo>
                  <a:pt x="239" y="116"/>
                  <a:pt x="310" y="187"/>
                  <a:pt x="310" y="187"/>
                </a:cubicBezTo>
                <a:cubicBezTo>
                  <a:pt x="310" y="187"/>
                  <a:pt x="319" y="196"/>
                  <a:pt x="310" y="196"/>
                </a:cubicBezTo>
                <a:close/>
                <a:moveTo>
                  <a:pt x="470" y="98"/>
                </a:moveTo>
                <a:lnTo>
                  <a:pt x="470" y="98"/>
                </a:lnTo>
                <a:cubicBezTo>
                  <a:pt x="452" y="98"/>
                  <a:pt x="452" y="98"/>
                  <a:pt x="452" y="98"/>
                </a:cubicBezTo>
                <a:cubicBezTo>
                  <a:pt x="434" y="98"/>
                  <a:pt x="425" y="125"/>
                  <a:pt x="425" y="151"/>
                </a:cubicBezTo>
                <a:cubicBezTo>
                  <a:pt x="425" y="178"/>
                  <a:pt x="434" y="204"/>
                  <a:pt x="452" y="204"/>
                </a:cubicBezTo>
                <a:cubicBezTo>
                  <a:pt x="470" y="204"/>
                  <a:pt x="470" y="204"/>
                  <a:pt x="470" y="204"/>
                </a:cubicBezTo>
                <a:cubicBezTo>
                  <a:pt x="478" y="204"/>
                  <a:pt x="496" y="178"/>
                  <a:pt x="496" y="151"/>
                </a:cubicBezTo>
                <a:cubicBezTo>
                  <a:pt x="496" y="125"/>
                  <a:pt x="478" y="98"/>
                  <a:pt x="470" y="98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53" name="Freeform 100"/>
          <p:cNvSpPr>
            <a:spLocks noChangeArrowheads="1"/>
          </p:cNvSpPr>
          <p:nvPr/>
        </p:nvSpPr>
        <p:spPr bwMode="auto">
          <a:xfrm>
            <a:off x="7444008" y="4968901"/>
            <a:ext cx="343581" cy="218139"/>
          </a:xfrm>
          <a:custGeom>
            <a:avLst/>
            <a:gdLst>
              <a:gd name="T0" fmla="*/ 381 w 498"/>
              <a:gd name="T1" fmla="*/ 89 h 320"/>
              <a:gd name="T2" fmla="*/ 381 w 498"/>
              <a:gd name="T3" fmla="*/ 89 h 320"/>
              <a:gd name="T4" fmla="*/ 355 w 498"/>
              <a:gd name="T5" fmla="*/ 89 h 320"/>
              <a:gd name="T6" fmla="*/ 231 w 498"/>
              <a:gd name="T7" fmla="*/ 0 h 320"/>
              <a:gd name="T8" fmla="*/ 98 w 498"/>
              <a:gd name="T9" fmla="*/ 134 h 320"/>
              <a:gd name="T10" fmla="*/ 98 w 498"/>
              <a:gd name="T11" fmla="*/ 150 h 320"/>
              <a:gd name="T12" fmla="*/ 89 w 498"/>
              <a:gd name="T13" fmla="*/ 150 h 320"/>
              <a:gd name="T14" fmla="*/ 0 w 498"/>
              <a:gd name="T15" fmla="*/ 240 h 320"/>
              <a:gd name="T16" fmla="*/ 89 w 498"/>
              <a:gd name="T17" fmla="*/ 319 h 320"/>
              <a:gd name="T18" fmla="*/ 381 w 498"/>
              <a:gd name="T19" fmla="*/ 319 h 320"/>
              <a:gd name="T20" fmla="*/ 497 w 498"/>
              <a:gd name="T21" fmla="*/ 204 h 320"/>
              <a:gd name="T22" fmla="*/ 381 w 498"/>
              <a:gd name="T23" fmla="*/ 89 h 320"/>
              <a:gd name="T24" fmla="*/ 284 w 498"/>
              <a:gd name="T25" fmla="*/ 195 h 320"/>
              <a:gd name="T26" fmla="*/ 284 w 498"/>
              <a:gd name="T27" fmla="*/ 195 h 320"/>
              <a:gd name="T28" fmla="*/ 213 w 498"/>
              <a:gd name="T29" fmla="*/ 275 h 320"/>
              <a:gd name="T30" fmla="*/ 195 w 498"/>
              <a:gd name="T31" fmla="*/ 275 h 320"/>
              <a:gd name="T32" fmla="*/ 195 w 498"/>
              <a:gd name="T33" fmla="*/ 266 h 320"/>
              <a:gd name="T34" fmla="*/ 195 w 498"/>
              <a:gd name="T35" fmla="*/ 257 h 320"/>
              <a:gd name="T36" fmla="*/ 222 w 498"/>
              <a:gd name="T37" fmla="*/ 204 h 320"/>
              <a:gd name="T38" fmla="*/ 204 w 498"/>
              <a:gd name="T39" fmla="*/ 195 h 320"/>
              <a:gd name="T40" fmla="*/ 204 w 498"/>
              <a:gd name="T41" fmla="*/ 195 h 320"/>
              <a:gd name="T42" fmla="*/ 186 w 498"/>
              <a:gd name="T43" fmla="*/ 178 h 320"/>
              <a:gd name="T44" fmla="*/ 195 w 498"/>
              <a:gd name="T45" fmla="*/ 160 h 320"/>
              <a:gd name="T46" fmla="*/ 258 w 498"/>
              <a:gd name="T47" fmla="*/ 89 h 320"/>
              <a:gd name="T48" fmla="*/ 275 w 498"/>
              <a:gd name="T49" fmla="*/ 80 h 320"/>
              <a:gd name="T50" fmla="*/ 284 w 498"/>
              <a:gd name="T51" fmla="*/ 89 h 320"/>
              <a:gd name="T52" fmla="*/ 275 w 498"/>
              <a:gd name="T53" fmla="*/ 106 h 320"/>
              <a:gd name="T54" fmla="*/ 249 w 498"/>
              <a:gd name="T55" fmla="*/ 160 h 320"/>
              <a:gd name="T56" fmla="*/ 275 w 498"/>
              <a:gd name="T57" fmla="*/ 169 h 320"/>
              <a:gd name="T58" fmla="*/ 275 w 498"/>
              <a:gd name="T59" fmla="*/ 169 h 320"/>
              <a:gd name="T60" fmla="*/ 293 w 498"/>
              <a:gd name="T61" fmla="*/ 187 h 320"/>
              <a:gd name="T62" fmla="*/ 284 w 498"/>
              <a:gd name="T63" fmla="*/ 195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98" h="320">
                <a:moveTo>
                  <a:pt x="381" y="89"/>
                </a:moveTo>
                <a:lnTo>
                  <a:pt x="381" y="89"/>
                </a:lnTo>
                <a:cubicBezTo>
                  <a:pt x="372" y="89"/>
                  <a:pt x="364" y="89"/>
                  <a:pt x="355" y="89"/>
                </a:cubicBezTo>
                <a:cubicBezTo>
                  <a:pt x="337" y="36"/>
                  <a:pt x="293" y="0"/>
                  <a:pt x="231" y="0"/>
                </a:cubicBezTo>
                <a:cubicBezTo>
                  <a:pt x="160" y="0"/>
                  <a:pt x="98" y="62"/>
                  <a:pt x="98" y="134"/>
                </a:cubicBezTo>
                <a:cubicBezTo>
                  <a:pt x="98" y="134"/>
                  <a:pt x="98" y="142"/>
                  <a:pt x="98" y="150"/>
                </a:cubicBezTo>
                <a:cubicBezTo>
                  <a:pt x="98" y="150"/>
                  <a:pt x="98" y="150"/>
                  <a:pt x="89" y="150"/>
                </a:cubicBezTo>
                <a:cubicBezTo>
                  <a:pt x="45" y="150"/>
                  <a:pt x="0" y="187"/>
                  <a:pt x="0" y="240"/>
                </a:cubicBezTo>
                <a:cubicBezTo>
                  <a:pt x="0" y="284"/>
                  <a:pt x="45" y="319"/>
                  <a:pt x="89" y="319"/>
                </a:cubicBezTo>
                <a:cubicBezTo>
                  <a:pt x="381" y="319"/>
                  <a:pt x="381" y="319"/>
                  <a:pt x="381" y="319"/>
                </a:cubicBezTo>
                <a:cubicBezTo>
                  <a:pt x="443" y="319"/>
                  <a:pt x="497" y="275"/>
                  <a:pt x="497" y="204"/>
                </a:cubicBezTo>
                <a:cubicBezTo>
                  <a:pt x="497" y="142"/>
                  <a:pt x="443" y="89"/>
                  <a:pt x="381" y="89"/>
                </a:cubicBezTo>
                <a:close/>
                <a:moveTo>
                  <a:pt x="284" y="195"/>
                </a:moveTo>
                <a:lnTo>
                  <a:pt x="284" y="195"/>
                </a:lnTo>
                <a:cubicBezTo>
                  <a:pt x="266" y="213"/>
                  <a:pt x="222" y="266"/>
                  <a:pt x="213" y="275"/>
                </a:cubicBezTo>
                <a:cubicBezTo>
                  <a:pt x="213" y="275"/>
                  <a:pt x="204" y="284"/>
                  <a:pt x="195" y="275"/>
                </a:cubicBezTo>
                <a:cubicBezTo>
                  <a:pt x="195" y="275"/>
                  <a:pt x="195" y="275"/>
                  <a:pt x="195" y="266"/>
                </a:cubicBezTo>
                <a:lnTo>
                  <a:pt x="195" y="257"/>
                </a:lnTo>
                <a:cubicBezTo>
                  <a:pt x="222" y="204"/>
                  <a:pt x="222" y="204"/>
                  <a:pt x="222" y="204"/>
                </a:cubicBezTo>
                <a:cubicBezTo>
                  <a:pt x="222" y="195"/>
                  <a:pt x="213" y="195"/>
                  <a:pt x="204" y="195"/>
                </a:cubicBezTo>
                <a:lnTo>
                  <a:pt x="204" y="195"/>
                </a:lnTo>
                <a:cubicBezTo>
                  <a:pt x="195" y="187"/>
                  <a:pt x="186" y="187"/>
                  <a:pt x="186" y="178"/>
                </a:cubicBezTo>
                <a:cubicBezTo>
                  <a:pt x="186" y="169"/>
                  <a:pt x="186" y="169"/>
                  <a:pt x="195" y="160"/>
                </a:cubicBezTo>
                <a:cubicBezTo>
                  <a:pt x="204" y="142"/>
                  <a:pt x="258" y="89"/>
                  <a:pt x="258" y="89"/>
                </a:cubicBezTo>
                <a:cubicBezTo>
                  <a:pt x="266" y="80"/>
                  <a:pt x="266" y="80"/>
                  <a:pt x="275" y="80"/>
                </a:cubicBezTo>
                <a:cubicBezTo>
                  <a:pt x="275" y="89"/>
                  <a:pt x="284" y="89"/>
                  <a:pt x="284" y="89"/>
                </a:cubicBezTo>
                <a:cubicBezTo>
                  <a:pt x="284" y="97"/>
                  <a:pt x="275" y="97"/>
                  <a:pt x="275" y="106"/>
                </a:cubicBezTo>
                <a:cubicBezTo>
                  <a:pt x="249" y="160"/>
                  <a:pt x="249" y="160"/>
                  <a:pt x="249" y="160"/>
                </a:cubicBezTo>
                <a:cubicBezTo>
                  <a:pt x="258" y="160"/>
                  <a:pt x="266" y="169"/>
                  <a:pt x="275" y="169"/>
                </a:cubicBezTo>
                <a:lnTo>
                  <a:pt x="275" y="169"/>
                </a:lnTo>
                <a:cubicBezTo>
                  <a:pt x="284" y="169"/>
                  <a:pt x="293" y="178"/>
                  <a:pt x="293" y="187"/>
                </a:cubicBezTo>
                <a:lnTo>
                  <a:pt x="284" y="195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54" name="Freeform 102"/>
          <p:cNvSpPr>
            <a:spLocks noChangeArrowheads="1"/>
          </p:cNvSpPr>
          <p:nvPr/>
        </p:nvSpPr>
        <p:spPr bwMode="auto">
          <a:xfrm>
            <a:off x="2664943" y="4256134"/>
            <a:ext cx="340839" cy="301624"/>
          </a:xfrm>
          <a:custGeom>
            <a:avLst/>
            <a:gdLst>
              <a:gd name="T0" fmla="*/ 80 w 498"/>
              <a:gd name="T1" fmla="*/ 151 h 445"/>
              <a:gd name="T2" fmla="*/ 80 w 498"/>
              <a:gd name="T3" fmla="*/ 151 h 445"/>
              <a:gd name="T4" fmla="*/ 142 w 498"/>
              <a:gd name="T5" fmla="*/ 169 h 445"/>
              <a:gd name="T6" fmla="*/ 151 w 498"/>
              <a:gd name="T7" fmla="*/ 169 h 445"/>
              <a:gd name="T8" fmla="*/ 195 w 498"/>
              <a:gd name="T9" fmla="*/ 134 h 445"/>
              <a:gd name="T10" fmla="*/ 195 w 498"/>
              <a:gd name="T11" fmla="*/ 125 h 445"/>
              <a:gd name="T12" fmla="*/ 178 w 498"/>
              <a:gd name="T13" fmla="*/ 107 h 445"/>
              <a:gd name="T14" fmla="*/ 275 w 498"/>
              <a:gd name="T15" fmla="*/ 10 h 445"/>
              <a:gd name="T16" fmla="*/ 195 w 498"/>
              <a:gd name="T17" fmla="*/ 0 h 445"/>
              <a:gd name="T18" fmla="*/ 107 w 498"/>
              <a:gd name="T19" fmla="*/ 54 h 445"/>
              <a:gd name="T20" fmla="*/ 72 w 498"/>
              <a:gd name="T21" fmla="*/ 81 h 445"/>
              <a:gd name="T22" fmla="*/ 53 w 498"/>
              <a:gd name="T23" fmla="*/ 116 h 445"/>
              <a:gd name="T24" fmla="*/ 18 w 498"/>
              <a:gd name="T25" fmla="*/ 125 h 445"/>
              <a:gd name="T26" fmla="*/ 0 w 498"/>
              <a:gd name="T27" fmla="*/ 143 h 445"/>
              <a:gd name="T28" fmla="*/ 0 w 498"/>
              <a:gd name="T29" fmla="*/ 151 h 445"/>
              <a:gd name="T30" fmla="*/ 36 w 498"/>
              <a:gd name="T31" fmla="*/ 187 h 445"/>
              <a:gd name="T32" fmla="*/ 53 w 498"/>
              <a:gd name="T33" fmla="*/ 196 h 445"/>
              <a:gd name="T34" fmla="*/ 72 w 498"/>
              <a:gd name="T35" fmla="*/ 178 h 445"/>
              <a:gd name="T36" fmla="*/ 80 w 498"/>
              <a:gd name="T37" fmla="*/ 151 h 445"/>
              <a:gd name="T38" fmla="*/ 222 w 498"/>
              <a:gd name="T39" fmla="*/ 160 h 445"/>
              <a:gd name="T40" fmla="*/ 222 w 498"/>
              <a:gd name="T41" fmla="*/ 160 h 445"/>
              <a:gd name="T42" fmla="*/ 213 w 498"/>
              <a:gd name="T43" fmla="*/ 160 h 445"/>
              <a:gd name="T44" fmla="*/ 178 w 498"/>
              <a:gd name="T45" fmla="*/ 187 h 445"/>
              <a:gd name="T46" fmla="*/ 169 w 498"/>
              <a:gd name="T47" fmla="*/ 204 h 445"/>
              <a:gd name="T48" fmla="*/ 381 w 498"/>
              <a:gd name="T49" fmla="*/ 435 h 445"/>
              <a:gd name="T50" fmla="*/ 399 w 498"/>
              <a:gd name="T51" fmla="*/ 435 h 445"/>
              <a:gd name="T52" fmla="*/ 426 w 498"/>
              <a:gd name="T53" fmla="*/ 417 h 445"/>
              <a:gd name="T54" fmla="*/ 426 w 498"/>
              <a:gd name="T55" fmla="*/ 400 h 445"/>
              <a:gd name="T56" fmla="*/ 222 w 498"/>
              <a:gd name="T57" fmla="*/ 160 h 445"/>
              <a:gd name="T58" fmla="*/ 497 w 498"/>
              <a:gd name="T59" fmla="*/ 63 h 445"/>
              <a:gd name="T60" fmla="*/ 497 w 498"/>
              <a:gd name="T61" fmla="*/ 63 h 445"/>
              <a:gd name="T62" fmla="*/ 479 w 498"/>
              <a:gd name="T63" fmla="*/ 54 h 445"/>
              <a:gd name="T64" fmla="*/ 461 w 498"/>
              <a:gd name="T65" fmla="*/ 89 h 445"/>
              <a:gd name="T66" fmla="*/ 408 w 498"/>
              <a:gd name="T67" fmla="*/ 107 h 445"/>
              <a:gd name="T68" fmla="*/ 399 w 498"/>
              <a:gd name="T69" fmla="*/ 63 h 445"/>
              <a:gd name="T70" fmla="*/ 417 w 498"/>
              <a:gd name="T71" fmla="*/ 19 h 445"/>
              <a:gd name="T72" fmla="*/ 408 w 498"/>
              <a:gd name="T73" fmla="*/ 10 h 445"/>
              <a:gd name="T74" fmla="*/ 337 w 498"/>
              <a:gd name="T75" fmla="*/ 72 h 445"/>
              <a:gd name="T76" fmla="*/ 319 w 498"/>
              <a:gd name="T77" fmla="*/ 151 h 445"/>
              <a:gd name="T78" fmla="*/ 284 w 498"/>
              <a:gd name="T79" fmla="*/ 187 h 445"/>
              <a:gd name="T80" fmla="*/ 319 w 498"/>
              <a:gd name="T81" fmla="*/ 231 h 445"/>
              <a:gd name="T82" fmla="*/ 364 w 498"/>
              <a:gd name="T83" fmla="*/ 187 h 445"/>
              <a:gd name="T84" fmla="*/ 408 w 498"/>
              <a:gd name="T85" fmla="*/ 178 h 445"/>
              <a:gd name="T86" fmla="*/ 488 w 498"/>
              <a:gd name="T87" fmla="*/ 143 h 445"/>
              <a:gd name="T88" fmla="*/ 497 w 498"/>
              <a:gd name="T89" fmla="*/ 63 h 445"/>
              <a:gd name="T90" fmla="*/ 72 w 498"/>
              <a:gd name="T91" fmla="*/ 400 h 445"/>
              <a:gd name="T92" fmla="*/ 72 w 498"/>
              <a:gd name="T93" fmla="*/ 400 h 445"/>
              <a:gd name="T94" fmla="*/ 72 w 498"/>
              <a:gd name="T95" fmla="*/ 417 h 445"/>
              <a:gd name="T96" fmla="*/ 89 w 498"/>
              <a:gd name="T97" fmla="*/ 444 h 445"/>
              <a:gd name="T98" fmla="*/ 107 w 498"/>
              <a:gd name="T99" fmla="*/ 435 h 445"/>
              <a:gd name="T100" fmla="*/ 231 w 498"/>
              <a:gd name="T101" fmla="*/ 320 h 445"/>
              <a:gd name="T102" fmla="*/ 195 w 498"/>
              <a:gd name="T103" fmla="*/ 275 h 445"/>
              <a:gd name="T104" fmla="*/ 72 w 498"/>
              <a:gd name="T105" fmla="*/ 400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498" h="445">
                <a:moveTo>
                  <a:pt x="80" y="151"/>
                </a:moveTo>
                <a:lnTo>
                  <a:pt x="80" y="151"/>
                </a:lnTo>
                <a:cubicBezTo>
                  <a:pt x="97" y="134"/>
                  <a:pt x="116" y="143"/>
                  <a:pt x="142" y="169"/>
                </a:cubicBezTo>
                <a:cubicBezTo>
                  <a:pt x="151" y="178"/>
                  <a:pt x="151" y="169"/>
                  <a:pt x="151" y="169"/>
                </a:cubicBezTo>
                <a:cubicBezTo>
                  <a:pt x="160" y="169"/>
                  <a:pt x="186" y="134"/>
                  <a:pt x="195" y="134"/>
                </a:cubicBezTo>
                <a:cubicBezTo>
                  <a:pt x="195" y="134"/>
                  <a:pt x="195" y="134"/>
                  <a:pt x="195" y="125"/>
                </a:cubicBezTo>
                <a:cubicBezTo>
                  <a:pt x="186" y="125"/>
                  <a:pt x="178" y="116"/>
                  <a:pt x="178" y="107"/>
                </a:cubicBezTo>
                <a:cubicBezTo>
                  <a:pt x="133" y="45"/>
                  <a:pt x="301" y="10"/>
                  <a:pt x="275" y="10"/>
                </a:cubicBezTo>
                <a:cubicBezTo>
                  <a:pt x="257" y="0"/>
                  <a:pt x="204" y="0"/>
                  <a:pt x="195" y="0"/>
                </a:cubicBezTo>
                <a:cubicBezTo>
                  <a:pt x="169" y="10"/>
                  <a:pt x="125" y="36"/>
                  <a:pt x="107" y="54"/>
                </a:cubicBezTo>
                <a:cubicBezTo>
                  <a:pt x="80" y="72"/>
                  <a:pt x="72" y="81"/>
                  <a:pt x="72" y="81"/>
                </a:cubicBezTo>
                <a:cubicBezTo>
                  <a:pt x="62" y="89"/>
                  <a:pt x="72" y="107"/>
                  <a:pt x="53" y="116"/>
                </a:cubicBezTo>
                <a:cubicBezTo>
                  <a:pt x="36" y="125"/>
                  <a:pt x="27" y="116"/>
                  <a:pt x="18" y="125"/>
                </a:cubicBezTo>
                <a:cubicBezTo>
                  <a:pt x="18" y="134"/>
                  <a:pt x="9" y="134"/>
                  <a:pt x="0" y="143"/>
                </a:cubicBezTo>
                <a:lnTo>
                  <a:pt x="0" y="151"/>
                </a:lnTo>
                <a:lnTo>
                  <a:pt x="36" y="187"/>
                </a:lnTo>
                <a:cubicBezTo>
                  <a:pt x="36" y="196"/>
                  <a:pt x="44" y="196"/>
                  <a:pt x="53" y="196"/>
                </a:cubicBezTo>
                <a:cubicBezTo>
                  <a:pt x="53" y="187"/>
                  <a:pt x="62" y="178"/>
                  <a:pt x="72" y="178"/>
                </a:cubicBezTo>
                <a:cubicBezTo>
                  <a:pt x="72" y="178"/>
                  <a:pt x="72" y="151"/>
                  <a:pt x="80" y="151"/>
                </a:cubicBezTo>
                <a:close/>
                <a:moveTo>
                  <a:pt x="222" y="160"/>
                </a:moveTo>
                <a:lnTo>
                  <a:pt x="222" y="160"/>
                </a:lnTo>
                <a:cubicBezTo>
                  <a:pt x="213" y="160"/>
                  <a:pt x="213" y="160"/>
                  <a:pt x="213" y="160"/>
                </a:cubicBezTo>
                <a:cubicBezTo>
                  <a:pt x="178" y="187"/>
                  <a:pt x="178" y="187"/>
                  <a:pt x="178" y="187"/>
                </a:cubicBezTo>
                <a:cubicBezTo>
                  <a:pt x="169" y="196"/>
                  <a:pt x="169" y="196"/>
                  <a:pt x="169" y="204"/>
                </a:cubicBezTo>
                <a:cubicBezTo>
                  <a:pt x="381" y="435"/>
                  <a:pt x="381" y="435"/>
                  <a:pt x="381" y="435"/>
                </a:cubicBezTo>
                <a:cubicBezTo>
                  <a:pt x="381" y="444"/>
                  <a:pt x="391" y="444"/>
                  <a:pt x="399" y="435"/>
                </a:cubicBezTo>
                <a:cubicBezTo>
                  <a:pt x="426" y="417"/>
                  <a:pt x="426" y="417"/>
                  <a:pt x="426" y="417"/>
                </a:cubicBezTo>
                <a:cubicBezTo>
                  <a:pt x="426" y="408"/>
                  <a:pt x="426" y="400"/>
                  <a:pt x="426" y="400"/>
                </a:cubicBezTo>
                <a:lnTo>
                  <a:pt x="222" y="160"/>
                </a:lnTo>
                <a:close/>
                <a:moveTo>
                  <a:pt x="497" y="63"/>
                </a:moveTo>
                <a:lnTo>
                  <a:pt x="497" y="63"/>
                </a:lnTo>
                <a:cubicBezTo>
                  <a:pt x="488" y="45"/>
                  <a:pt x="488" y="54"/>
                  <a:pt x="479" y="54"/>
                </a:cubicBezTo>
                <a:cubicBezTo>
                  <a:pt x="479" y="63"/>
                  <a:pt x="461" y="81"/>
                  <a:pt x="461" y="89"/>
                </a:cubicBezTo>
                <a:cubicBezTo>
                  <a:pt x="452" y="107"/>
                  <a:pt x="435" y="125"/>
                  <a:pt x="408" y="107"/>
                </a:cubicBezTo>
                <a:cubicBezTo>
                  <a:pt x="381" y="81"/>
                  <a:pt x="391" y="72"/>
                  <a:pt x="399" y="63"/>
                </a:cubicBezTo>
                <a:cubicBezTo>
                  <a:pt x="399" y="54"/>
                  <a:pt x="417" y="28"/>
                  <a:pt x="417" y="19"/>
                </a:cubicBezTo>
                <a:cubicBezTo>
                  <a:pt x="426" y="19"/>
                  <a:pt x="417" y="10"/>
                  <a:pt x="408" y="10"/>
                </a:cubicBezTo>
                <a:cubicBezTo>
                  <a:pt x="399" y="19"/>
                  <a:pt x="346" y="36"/>
                  <a:pt x="337" y="72"/>
                </a:cubicBezTo>
                <a:cubicBezTo>
                  <a:pt x="328" y="98"/>
                  <a:pt x="346" y="125"/>
                  <a:pt x="319" y="151"/>
                </a:cubicBezTo>
                <a:cubicBezTo>
                  <a:pt x="284" y="187"/>
                  <a:pt x="284" y="187"/>
                  <a:pt x="284" y="187"/>
                </a:cubicBezTo>
                <a:cubicBezTo>
                  <a:pt x="319" y="231"/>
                  <a:pt x="319" y="231"/>
                  <a:pt x="319" y="231"/>
                </a:cubicBezTo>
                <a:cubicBezTo>
                  <a:pt x="364" y="187"/>
                  <a:pt x="364" y="187"/>
                  <a:pt x="364" y="187"/>
                </a:cubicBezTo>
                <a:cubicBezTo>
                  <a:pt x="372" y="178"/>
                  <a:pt x="391" y="169"/>
                  <a:pt x="408" y="178"/>
                </a:cubicBezTo>
                <a:cubicBezTo>
                  <a:pt x="452" y="187"/>
                  <a:pt x="470" y="169"/>
                  <a:pt x="488" y="143"/>
                </a:cubicBezTo>
                <a:cubicBezTo>
                  <a:pt x="497" y="116"/>
                  <a:pt x="497" y="72"/>
                  <a:pt x="497" y="63"/>
                </a:cubicBezTo>
                <a:close/>
                <a:moveTo>
                  <a:pt x="72" y="400"/>
                </a:moveTo>
                <a:lnTo>
                  <a:pt x="72" y="400"/>
                </a:lnTo>
                <a:cubicBezTo>
                  <a:pt x="62" y="408"/>
                  <a:pt x="62" y="417"/>
                  <a:pt x="72" y="417"/>
                </a:cubicBezTo>
                <a:cubicBezTo>
                  <a:pt x="89" y="444"/>
                  <a:pt x="89" y="444"/>
                  <a:pt x="89" y="444"/>
                </a:cubicBezTo>
                <a:cubicBezTo>
                  <a:pt x="97" y="444"/>
                  <a:pt x="107" y="444"/>
                  <a:pt x="107" y="435"/>
                </a:cubicBezTo>
                <a:cubicBezTo>
                  <a:pt x="231" y="320"/>
                  <a:pt x="231" y="320"/>
                  <a:pt x="231" y="320"/>
                </a:cubicBezTo>
                <a:cubicBezTo>
                  <a:pt x="195" y="275"/>
                  <a:pt x="195" y="275"/>
                  <a:pt x="195" y="275"/>
                </a:cubicBezTo>
                <a:lnTo>
                  <a:pt x="72" y="400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55" name="Freeform 104"/>
          <p:cNvSpPr>
            <a:spLocks noChangeArrowheads="1"/>
          </p:cNvSpPr>
          <p:nvPr/>
        </p:nvSpPr>
        <p:spPr bwMode="auto">
          <a:xfrm>
            <a:off x="1297929" y="5634988"/>
            <a:ext cx="343581" cy="224423"/>
          </a:xfrm>
          <a:custGeom>
            <a:avLst/>
            <a:gdLst>
              <a:gd name="T0" fmla="*/ 203 w 497"/>
              <a:gd name="T1" fmla="*/ 257 h 337"/>
              <a:gd name="T2" fmla="*/ 203 w 497"/>
              <a:gd name="T3" fmla="*/ 257 h 337"/>
              <a:gd name="T4" fmla="*/ 221 w 497"/>
              <a:gd name="T5" fmla="*/ 327 h 337"/>
              <a:gd name="T6" fmla="*/ 283 w 497"/>
              <a:gd name="T7" fmla="*/ 310 h 337"/>
              <a:gd name="T8" fmla="*/ 398 w 497"/>
              <a:gd name="T9" fmla="*/ 9 h 337"/>
              <a:gd name="T10" fmla="*/ 203 w 497"/>
              <a:gd name="T11" fmla="*/ 257 h 337"/>
              <a:gd name="T12" fmla="*/ 248 w 497"/>
              <a:gd name="T13" fmla="*/ 71 h 337"/>
              <a:gd name="T14" fmla="*/ 248 w 497"/>
              <a:gd name="T15" fmla="*/ 71 h 337"/>
              <a:gd name="T16" fmla="*/ 274 w 497"/>
              <a:gd name="T17" fmla="*/ 71 h 337"/>
              <a:gd name="T18" fmla="*/ 310 w 497"/>
              <a:gd name="T19" fmla="*/ 26 h 337"/>
              <a:gd name="T20" fmla="*/ 248 w 497"/>
              <a:gd name="T21" fmla="*/ 17 h 337"/>
              <a:gd name="T22" fmla="*/ 0 w 497"/>
              <a:gd name="T23" fmla="*/ 283 h 337"/>
              <a:gd name="T24" fmla="*/ 0 w 497"/>
              <a:gd name="T25" fmla="*/ 310 h 337"/>
              <a:gd name="T26" fmla="*/ 26 w 497"/>
              <a:gd name="T27" fmla="*/ 336 h 337"/>
              <a:gd name="T28" fmla="*/ 53 w 497"/>
              <a:gd name="T29" fmla="*/ 310 h 337"/>
              <a:gd name="T30" fmla="*/ 53 w 497"/>
              <a:gd name="T31" fmla="*/ 283 h 337"/>
              <a:gd name="T32" fmla="*/ 248 w 497"/>
              <a:gd name="T33" fmla="*/ 71 h 337"/>
              <a:gd name="T34" fmla="*/ 425 w 497"/>
              <a:gd name="T35" fmla="*/ 98 h 337"/>
              <a:gd name="T36" fmla="*/ 425 w 497"/>
              <a:gd name="T37" fmla="*/ 98 h 337"/>
              <a:gd name="T38" fmla="*/ 407 w 497"/>
              <a:gd name="T39" fmla="*/ 151 h 337"/>
              <a:gd name="T40" fmla="*/ 442 w 497"/>
              <a:gd name="T41" fmla="*/ 283 h 337"/>
              <a:gd name="T42" fmla="*/ 442 w 497"/>
              <a:gd name="T43" fmla="*/ 310 h 337"/>
              <a:gd name="T44" fmla="*/ 469 w 497"/>
              <a:gd name="T45" fmla="*/ 336 h 337"/>
              <a:gd name="T46" fmla="*/ 469 w 497"/>
              <a:gd name="T47" fmla="*/ 336 h 337"/>
              <a:gd name="T48" fmla="*/ 496 w 497"/>
              <a:gd name="T49" fmla="*/ 310 h 337"/>
              <a:gd name="T50" fmla="*/ 496 w 497"/>
              <a:gd name="T51" fmla="*/ 283 h 337"/>
              <a:gd name="T52" fmla="*/ 425 w 497"/>
              <a:gd name="T53" fmla="*/ 98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97" h="337">
                <a:moveTo>
                  <a:pt x="203" y="257"/>
                </a:moveTo>
                <a:lnTo>
                  <a:pt x="203" y="257"/>
                </a:lnTo>
                <a:cubicBezTo>
                  <a:pt x="186" y="283"/>
                  <a:pt x="194" y="310"/>
                  <a:pt x="221" y="327"/>
                </a:cubicBezTo>
                <a:cubicBezTo>
                  <a:pt x="239" y="336"/>
                  <a:pt x="266" y="336"/>
                  <a:pt x="283" y="310"/>
                </a:cubicBezTo>
                <a:cubicBezTo>
                  <a:pt x="301" y="274"/>
                  <a:pt x="407" y="9"/>
                  <a:pt x="398" y="9"/>
                </a:cubicBezTo>
                <a:cubicBezTo>
                  <a:pt x="389" y="0"/>
                  <a:pt x="221" y="230"/>
                  <a:pt x="203" y="257"/>
                </a:cubicBezTo>
                <a:close/>
                <a:moveTo>
                  <a:pt x="248" y="71"/>
                </a:moveTo>
                <a:lnTo>
                  <a:pt x="248" y="71"/>
                </a:lnTo>
                <a:cubicBezTo>
                  <a:pt x="257" y="71"/>
                  <a:pt x="266" y="71"/>
                  <a:pt x="274" y="71"/>
                </a:cubicBezTo>
                <a:cubicBezTo>
                  <a:pt x="292" y="53"/>
                  <a:pt x="301" y="44"/>
                  <a:pt x="310" y="26"/>
                </a:cubicBezTo>
                <a:cubicBezTo>
                  <a:pt x="292" y="17"/>
                  <a:pt x="274" y="17"/>
                  <a:pt x="248" y="17"/>
                </a:cubicBezTo>
                <a:cubicBezTo>
                  <a:pt x="106" y="17"/>
                  <a:pt x="0" y="133"/>
                  <a:pt x="0" y="283"/>
                </a:cubicBezTo>
                <a:cubicBezTo>
                  <a:pt x="0" y="292"/>
                  <a:pt x="0" y="301"/>
                  <a:pt x="0" y="310"/>
                </a:cubicBezTo>
                <a:cubicBezTo>
                  <a:pt x="0" y="327"/>
                  <a:pt x="17" y="336"/>
                  <a:pt x="26" y="336"/>
                </a:cubicBezTo>
                <a:cubicBezTo>
                  <a:pt x="44" y="336"/>
                  <a:pt x="53" y="319"/>
                  <a:pt x="53" y="310"/>
                </a:cubicBezTo>
                <a:cubicBezTo>
                  <a:pt x="53" y="301"/>
                  <a:pt x="53" y="292"/>
                  <a:pt x="53" y="283"/>
                </a:cubicBezTo>
                <a:cubicBezTo>
                  <a:pt x="53" y="160"/>
                  <a:pt x="132" y="71"/>
                  <a:pt x="248" y="71"/>
                </a:cubicBezTo>
                <a:close/>
                <a:moveTo>
                  <a:pt x="425" y="98"/>
                </a:moveTo>
                <a:lnTo>
                  <a:pt x="425" y="98"/>
                </a:lnTo>
                <a:cubicBezTo>
                  <a:pt x="416" y="115"/>
                  <a:pt x="416" y="133"/>
                  <a:pt x="407" y="151"/>
                </a:cubicBezTo>
                <a:cubicBezTo>
                  <a:pt x="433" y="186"/>
                  <a:pt x="442" y="239"/>
                  <a:pt x="442" y="283"/>
                </a:cubicBezTo>
                <a:cubicBezTo>
                  <a:pt x="442" y="292"/>
                  <a:pt x="442" y="301"/>
                  <a:pt x="442" y="310"/>
                </a:cubicBezTo>
                <a:cubicBezTo>
                  <a:pt x="442" y="319"/>
                  <a:pt x="451" y="336"/>
                  <a:pt x="469" y="336"/>
                </a:cubicBezTo>
                <a:lnTo>
                  <a:pt x="469" y="336"/>
                </a:lnTo>
                <a:cubicBezTo>
                  <a:pt x="478" y="336"/>
                  <a:pt x="496" y="327"/>
                  <a:pt x="496" y="310"/>
                </a:cubicBezTo>
                <a:cubicBezTo>
                  <a:pt x="496" y="301"/>
                  <a:pt x="496" y="292"/>
                  <a:pt x="496" y="283"/>
                </a:cubicBezTo>
                <a:cubicBezTo>
                  <a:pt x="496" y="213"/>
                  <a:pt x="469" y="151"/>
                  <a:pt x="425" y="98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56" name="Freeform 105"/>
          <p:cNvSpPr>
            <a:spLocks noChangeArrowheads="1"/>
          </p:cNvSpPr>
          <p:nvPr/>
        </p:nvSpPr>
        <p:spPr bwMode="auto">
          <a:xfrm>
            <a:off x="1980521" y="5622420"/>
            <a:ext cx="348151" cy="258535"/>
          </a:xfrm>
          <a:custGeom>
            <a:avLst/>
            <a:gdLst>
              <a:gd name="T0" fmla="*/ 488 w 506"/>
              <a:gd name="T1" fmla="*/ 213 h 382"/>
              <a:gd name="T2" fmla="*/ 363 w 506"/>
              <a:gd name="T3" fmla="*/ 142 h 382"/>
              <a:gd name="T4" fmla="*/ 451 w 506"/>
              <a:gd name="T5" fmla="*/ 80 h 382"/>
              <a:gd name="T6" fmla="*/ 451 w 506"/>
              <a:gd name="T7" fmla="*/ 44 h 382"/>
              <a:gd name="T8" fmla="*/ 363 w 506"/>
              <a:gd name="T9" fmla="*/ 53 h 382"/>
              <a:gd name="T10" fmla="*/ 363 w 506"/>
              <a:gd name="T11" fmla="*/ 0 h 382"/>
              <a:gd name="T12" fmla="*/ 328 w 506"/>
              <a:gd name="T13" fmla="*/ 0 h 382"/>
              <a:gd name="T14" fmla="*/ 257 w 506"/>
              <a:gd name="T15" fmla="*/ 71 h 382"/>
              <a:gd name="T16" fmla="*/ 257 w 506"/>
              <a:gd name="T17" fmla="*/ 106 h 382"/>
              <a:gd name="T18" fmla="*/ 336 w 506"/>
              <a:gd name="T19" fmla="*/ 97 h 382"/>
              <a:gd name="T20" fmla="*/ 275 w 506"/>
              <a:gd name="T21" fmla="*/ 178 h 382"/>
              <a:gd name="T22" fmla="*/ 310 w 506"/>
              <a:gd name="T23" fmla="*/ 319 h 382"/>
              <a:gd name="T24" fmla="*/ 398 w 506"/>
              <a:gd name="T25" fmla="*/ 354 h 382"/>
              <a:gd name="T26" fmla="*/ 407 w 506"/>
              <a:gd name="T27" fmla="*/ 372 h 382"/>
              <a:gd name="T28" fmla="*/ 488 w 506"/>
              <a:gd name="T29" fmla="*/ 213 h 382"/>
              <a:gd name="T30" fmla="*/ 310 w 506"/>
              <a:gd name="T31" fmla="*/ 292 h 382"/>
              <a:gd name="T32" fmla="*/ 301 w 506"/>
              <a:gd name="T33" fmla="*/ 204 h 382"/>
              <a:gd name="T34" fmla="*/ 336 w 506"/>
              <a:gd name="T35" fmla="*/ 284 h 382"/>
              <a:gd name="T36" fmla="*/ 363 w 506"/>
              <a:gd name="T37" fmla="*/ 275 h 382"/>
              <a:gd name="T38" fmla="*/ 363 w 506"/>
              <a:gd name="T39" fmla="*/ 178 h 382"/>
              <a:gd name="T40" fmla="*/ 416 w 506"/>
              <a:gd name="T41" fmla="*/ 186 h 382"/>
              <a:gd name="T42" fmla="*/ 142 w 506"/>
              <a:gd name="T43" fmla="*/ 89 h 382"/>
              <a:gd name="T44" fmla="*/ 142 w 506"/>
              <a:gd name="T45" fmla="*/ 80 h 382"/>
              <a:gd name="T46" fmla="*/ 88 w 506"/>
              <a:gd name="T47" fmla="*/ 89 h 382"/>
              <a:gd name="T48" fmla="*/ 0 w 506"/>
              <a:gd name="T49" fmla="*/ 363 h 382"/>
              <a:gd name="T50" fmla="*/ 44 w 506"/>
              <a:gd name="T51" fmla="*/ 363 h 382"/>
              <a:gd name="T52" fmla="*/ 160 w 506"/>
              <a:gd name="T53" fmla="*/ 275 h 382"/>
              <a:gd name="T54" fmla="*/ 186 w 506"/>
              <a:gd name="T55" fmla="*/ 363 h 382"/>
              <a:gd name="T56" fmla="*/ 230 w 506"/>
              <a:gd name="T57" fmla="*/ 363 h 382"/>
              <a:gd name="T58" fmla="*/ 79 w 506"/>
              <a:gd name="T59" fmla="*/ 239 h 382"/>
              <a:gd name="T60" fmla="*/ 116 w 506"/>
              <a:gd name="T61" fmla="*/ 116 h 382"/>
              <a:gd name="T62" fmla="*/ 79 w 506"/>
              <a:gd name="T63" fmla="*/ 239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06" h="382">
                <a:moveTo>
                  <a:pt x="488" y="213"/>
                </a:moveTo>
                <a:lnTo>
                  <a:pt x="488" y="213"/>
                </a:lnTo>
                <a:cubicBezTo>
                  <a:pt x="470" y="169"/>
                  <a:pt x="434" y="142"/>
                  <a:pt x="372" y="142"/>
                </a:cubicBezTo>
                <a:cubicBezTo>
                  <a:pt x="372" y="142"/>
                  <a:pt x="372" y="142"/>
                  <a:pt x="363" y="142"/>
                </a:cubicBezTo>
                <a:cubicBezTo>
                  <a:pt x="363" y="89"/>
                  <a:pt x="363" y="89"/>
                  <a:pt x="363" y="89"/>
                </a:cubicBezTo>
                <a:lnTo>
                  <a:pt x="451" y="80"/>
                </a:lnTo>
                <a:cubicBezTo>
                  <a:pt x="461" y="80"/>
                  <a:pt x="461" y="71"/>
                  <a:pt x="461" y="71"/>
                </a:cubicBezTo>
                <a:cubicBezTo>
                  <a:pt x="461" y="71"/>
                  <a:pt x="451" y="53"/>
                  <a:pt x="451" y="44"/>
                </a:cubicBezTo>
                <a:cubicBezTo>
                  <a:pt x="451" y="44"/>
                  <a:pt x="451" y="44"/>
                  <a:pt x="443" y="44"/>
                </a:cubicBezTo>
                <a:lnTo>
                  <a:pt x="363" y="53"/>
                </a:lnTo>
                <a:cubicBezTo>
                  <a:pt x="363" y="53"/>
                  <a:pt x="363" y="9"/>
                  <a:pt x="363" y="0"/>
                </a:cubicBezTo>
                <a:lnTo>
                  <a:pt x="363" y="0"/>
                </a:lnTo>
                <a:cubicBezTo>
                  <a:pt x="354" y="0"/>
                  <a:pt x="336" y="0"/>
                  <a:pt x="336" y="0"/>
                </a:cubicBezTo>
                <a:lnTo>
                  <a:pt x="328" y="0"/>
                </a:lnTo>
                <a:cubicBezTo>
                  <a:pt x="328" y="9"/>
                  <a:pt x="336" y="62"/>
                  <a:pt x="336" y="62"/>
                </a:cubicBezTo>
                <a:lnTo>
                  <a:pt x="257" y="71"/>
                </a:lnTo>
                <a:lnTo>
                  <a:pt x="248" y="80"/>
                </a:lnTo>
                <a:lnTo>
                  <a:pt x="257" y="106"/>
                </a:lnTo>
                <a:lnTo>
                  <a:pt x="257" y="106"/>
                </a:lnTo>
                <a:cubicBezTo>
                  <a:pt x="266" y="106"/>
                  <a:pt x="336" y="97"/>
                  <a:pt x="336" y="97"/>
                </a:cubicBezTo>
                <a:cubicBezTo>
                  <a:pt x="336" y="151"/>
                  <a:pt x="336" y="151"/>
                  <a:pt x="336" y="151"/>
                </a:cubicBezTo>
                <a:cubicBezTo>
                  <a:pt x="310" y="151"/>
                  <a:pt x="292" y="169"/>
                  <a:pt x="275" y="178"/>
                </a:cubicBezTo>
                <a:cubicBezTo>
                  <a:pt x="257" y="204"/>
                  <a:pt x="248" y="231"/>
                  <a:pt x="248" y="257"/>
                </a:cubicBezTo>
                <a:cubicBezTo>
                  <a:pt x="248" y="292"/>
                  <a:pt x="275" y="319"/>
                  <a:pt x="310" y="319"/>
                </a:cubicBezTo>
                <a:cubicBezTo>
                  <a:pt x="381" y="328"/>
                  <a:pt x="434" y="248"/>
                  <a:pt x="451" y="204"/>
                </a:cubicBezTo>
                <a:cubicBezTo>
                  <a:pt x="479" y="239"/>
                  <a:pt x="451" y="310"/>
                  <a:pt x="398" y="354"/>
                </a:cubicBezTo>
                <a:lnTo>
                  <a:pt x="398" y="354"/>
                </a:lnTo>
                <a:lnTo>
                  <a:pt x="407" y="372"/>
                </a:lnTo>
                <a:cubicBezTo>
                  <a:pt x="416" y="381"/>
                  <a:pt x="416" y="381"/>
                  <a:pt x="416" y="372"/>
                </a:cubicBezTo>
                <a:cubicBezTo>
                  <a:pt x="479" y="337"/>
                  <a:pt x="505" y="266"/>
                  <a:pt x="488" y="213"/>
                </a:cubicBezTo>
                <a:close/>
                <a:moveTo>
                  <a:pt x="310" y="292"/>
                </a:moveTo>
                <a:lnTo>
                  <a:pt x="310" y="292"/>
                </a:lnTo>
                <a:cubicBezTo>
                  <a:pt x="283" y="284"/>
                  <a:pt x="283" y="266"/>
                  <a:pt x="283" y="257"/>
                </a:cubicBezTo>
                <a:cubicBezTo>
                  <a:pt x="283" y="231"/>
                  <a:pt x="292" y="213"/>
                  <a:pt x="301" y="204"/>
                </a:cubicBezTo>
                <a:cubicBezTo>
                  <a:pt x="310" y="195"/>
                  <a:pt x="319" y="186"/>
                  <a:pt x="336" y="178"/>
                </a:cubicBezTo>
                <a:cubicBezTo>
                  <a:pt x="336" y="284"/>
                  <a:pt x="336" y="284"/>
                  <a:pt x="336" y="284"/>
                </a:cubicBezTo>
                <a:cubicBezTo>
                  <a:pt x="328" y="292"/>
                  <a:pt x="319" y="292"/>
                  <a:pt x="310" y="292"/>
                </a:cubicBezTo>
                <a:close/>
                <a:moveTo>
                  <a:pt x="363" y="275"/>
                </a:moveTo>
                <a:lnTo>
                  <a:pt x="363" y="275"/>
                </a:lnTo>
                <a:cubicBezTo>
                  <a:pt x="363" y="178"/>
                  <a:pt x="363" y="178"/>
                  <a:pt x="363" y="178"/>
                </a:cubicBezTo>
                <a:cubicBezTo>
                  <a:pt x="372" y="178"/>
                  <a:pt x="372" y="178"/>
                  <a:pt x="372" y="178"/>
                </a:cubicBezTo>
                <a:cubicBezTo>
                  <a:pt x="389" y="178"/>
                  <a:pt x="407" y="178"/>
                  <a:pt x="416" y="186"/>
                </a:cubicBezTo>
                <a:cubicBezTo>
                  <a:pt x="434" y="186"/>
                  <a:pt x="398" y="248"/>
                  <a:pt x="363" y="275"/>
                </a:cubicBezTo>
                <a:close/>
                <a:moveTo>
                  <a:pt x="142" y="89"/>
                </a:moveTo>
                <a:lnTo>
                  <a:pt x="142" y="89"/>
                </a:lnTo>
                <a:cubicBezTo>
                  <a:pt x="142" y="80"/>
                  <a:pt x="142" y="80"/>
                  <a:pt x="142" y="80"/>
                </a:cubicBezTo>
                <a:cubicBezTo>
                  <a:pt x="88" y="80"/>
                  <a:pt x="88" y="80"/>
                  <a:pt x="88" y="80"/>
                </a:cubicBezTo>
                <a:cubicBezTo>
                  <a:pt x="88" y="80"/>
                  <a:pt x="88" y="80"/>
                  <a:pt x="88" y="89"/>
                </a:cubicBezTo>
                <a:cubicBezTo>
                  <a:pt x="79" y="116"/>
                  <a:pt x="0" y="354"/>
                  <a:pt x="0" y="363"/>
                </a:cubicBezTo>
                <a:lnTo>
                  <a:pt x="0" y="363"/>
                </a:lnTo>
                <a:cubicBezTo>
                  <a:pt x="44" y="363"/>
                  <a:pt x="44" y="363"/>
                  <a:pt x="44" y="363"/>
                </a:cubicBezTo>
                <a:lnTo>
                  <a:pt x="44" y="363"/>
                </a:lnTo>
                <a:cubicBezTo>
                  <a:pt x="44" y="354"/>
                  <a:pt x="71" y="275"/>
                  <a:pt x="71" y="275"/>
                </a:cubicBezTo>
                <a:cubicBezTo>
                  <a:pt x="160" y="275"/>
                  <a:pt x="160" y="275"/>
                  <a:pt x="160" y="275"/>
                </a:cubicBezTo>
                <a:cubicBezTo>
                  <a:pt x="160" y="275"/>
                  <a:pt x="186" y="354"/>
                  <a:pt x="186" y="363"/>
                </a:cubicBezTo>
                <a:lnTo>
                  <a:pt x="186" y="363"/>
                </a:lnTo>
                <a:cubicBezTo>
                  <a:pt x="230" y="363"/>
                  <a:pt x="230" y="363"/>
                  <a:pt x="230" y="363"/>
                </a:cubicBezTo>
                <a:lnTo>
                  <a:pt x="230" y="363"/>
                </a:lnTo>
                <a:cubicBezTo>
                  <a:pt x="230" y="354"/>
                  <a:pt x="151" y="116"/>
                  <a:pt x="142" y="89"/>
                </a:cubicBezTo>
                <a:close/>
                <a:moveTo>
                  <a:pt x="79" y="239"/>
                </a:moveTo>
                <a:lnTo>
                  <a:pt x="79" y="239"/>
                </a:lnTo>
                <a:cubicBezTo>
                  <a:pt x="116" y="116"/>
                  <a:pt x="116" y="116"/>
                  <a:pt x="116" y="116"/>
                </a:cubicBezTo>
                <a:cubicBezTo>
                  <a:pt x="151" y="239"/>
                  <a:pt x="151" y="239"/>
                  <a:pt x="151" y="239"/>
                </a:cubicBezTo>
                <a:lnTo>
                  <a:pt x="79" y="239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57" name="Freeform 106"/>
          <p:cNvSpPr>
            <a:spLocks noChangeArrowheads="1"/>
          </p:cNvSpPr>
          <p:nvPr/>
        </p:nvSpPr>
        <p:spPr bwMode="auto">
          <a:xfrm>
            <a:off x="6129079" y="2225556"/>
            <a:ext cx="245807" cy="342918"/>
          </a:xfrm>
          <a:custGeom>
            <a:avLst/>
            <a:gdLst>
              <a:gd name="T0" fmla="*/ 35 w 355"/>
              <a:gd name="T1" fmla="*/ 497 h 506"/>
              <a:gd name="T2" fmla="*/ 35 w 355"/>
              <a:gd name="T3" fmla="*/ 497 h 506"/>
              <a:gd name="T4" fmla="*/ 70 w 355"/>
              <a:gd name="T5" fmla="*/ 381 h 506"/>
              <a:gd name="T6" fmla="*/ 203 w 355"/>
              <a:gd name="T7" fmla="*/ 310 h 506"/>
              <a:gd name="T8" fmla="*/ 132 w 355"/>
              <a:gd name="T9" fmla="*/ 284 h 506"/>
              <a:gd name="T10" fmla="*/ 292 w 355"/>
              <a:gd name="T11" fmla="*/ 194 h 506"/>
              <a:gd name="T12" fmla="*/ 194 w 355"/>
              <a:gd name="T13" fmla="*/ 168 h 506"/>
              <a:gd name="T14" fmla="*/ 327 w 355"/>
              <a:gd name="T15" fmla="*/ 133 h 506"/>
              <a:gd name="T16" fmla="*/ 345 w 355"/>
              <a:gd name="T17" fmla="*/ 44 h 506"/>
              <a:gd name="T18" fmla="*/ 248 w 355"/>
              <a:gd name="T19" fmla="*/ 0 h 506"/>
              <a:gd name="T20" fmla="*/ 159 w 355"/>
              <a:gd name="T21" fmla="*/ 124 h 506"/>
              <a:gd name="T22" fmla="*/ 168 w 355"/>
              <a:gd name="T23" fmla="*/ 18 h 506"/>
              <a:gd name="T24" fmla="*/ 70 w 355"/>
              <a:gd name="T25" fmla="*/ 106 h 506"/>
              <a:gd name="T26" fmla="*/ 61 w 355"/>
              <a:gd name="T27" fmla="*/ 301 h 506"/>
              <a:gd name="T28" fmla="*/ 8 w 355"/>
              <a:gd name="T29" fmla="*/ 213 h 506"/>
              <a:gd name="T30" fmla="*/ 35 w 355"/>
              <a:gd name="T31" fmla="*/ 363 h 506"/>
              <a:gd name="T32" fmla="*/ 8 w 355"/>
              <a:gd name="T33" fmla="*/ 478 h 506"/>
              <a:gd name="T34" fmla="*/ 35 w 355"/>
              <a:gd name="T35" fmla="*/ 497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55" h="506">
                <a:moveTo>
                  <a:pt x="35" y="497"/>
                </a:moveTo>
                <a:lnTo>
                  <a:pt x="35" y="497"/>
                </a:lnTo>
                <a:cubicBezTo>
                  <a:pt x="44" y="469"/>
                  <a:pt x="53" y="434"/>
                  <a:pt x="70" y="381"/>
                </a:cubicBezTo>
                <a:cubicBezTo>
                  <a:pt x="132" y="372"/>
                  <a:pt x="168" y="390"/>
                  <a:pt x="203" y="310"/>
                </a:cubicBezTo>
                <a:cubicBezTo>
                  <a:pt x="168" y="328"/>
                  <a:pt x="132" y="292"/>
                  <a:pt x="132" y="284"/>
                </a:cubicBezTo>
                <a:cubicBezTo>
                  <a:pt x="132" y="266"/>
                  <a:pt x="229" y="292"/>
                  <a:pt x="292" y="194"/>
                </a:cubicBezTo>
                <a:cubicBezTo>
                  <a:pt x="212" y="213"/>
                  <a:pt x="185" y="178"/>
                  <a:pt x="194" y="168"/>
                </a:cubicBezTo>
                <a:cubicBezTo>
                  <a:pt x="221" y="159"/>
                  <a:pt x="292" y="168"/>
                  <a:pt x="327" y="133"/>
                </a:cubicBezTo>
                <a:cubicBezTo>
                  <a:pt x="345" y="115"/>
                  <a:pt x="354" y="62"/>
                  <a:pt x="345" y="44"/>
                </a:cubicBezTo>
                <a:cubicBezTo>
                  <a:pt x="336" y="27"/>
                  <a:pt x="283" y="0"/>
                  <a:pt x="248" y="0"/>
                </a:cubicBezTo>
                <a:cubicBezTo>
                  <a:pt x="221" y="9"/>
                  <a:pt x="168" y="124"/>
                  <a:pt x="159" y="124"/>
                </a:cubicBezTo>
                <a:cubicBezTo>
                  <a:pt x="141" y="124"/>
                  <a:pt x="141" y="71"/>
                  <a:pt x="168" y="18"/>
                </a:cubicBezTo>
                <a:cubicBezTo>
                  <a:pt x="132" y="35"/>
                  <a:pt x="88" y="71"/>
                  <a:pt x="70" y="106"/>
                </a:cubicBezTo>
                <a:cubicBezTo>
                  <a:pt x="44" y="159"/>
                  <a:pt x="79" y="301"/>
                  <a:pt x="61" y="301"/>
                </a:cubicBezTo>
                <a:cubicBezTo>
                  <a:pt x="53" y="310"/>
                  <a:pt x="17" y="239"/>
                  <a:pt x="8" y="213"/>
                </a:cubicBezTo>
                <a:cubicBezTo>
                  <a:pt x="0" y="257"/>
                  <a:pt x="0" y="301"/>
                  <a:pt x="35" y="363"/>
                </a:cubicBezTo>
                <a:cubicBezTo>
                  <a:pt x="26" y="407"/>
                  <a:pt x="17" y="452"/>
                  <a:pt x="8" y="478"/>
                </a:cubicBezTo>
                <a:cubicBezTo>
                  <a:pt x="8" y="497"/>
                  <a:pt x="35" y="505"/>
                  <a:pt x="35" y="497"/>
                </a:cubicBezTo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58" name="Freeform 110"/>
          <p:cNvSpPr>
            <a:spLocks noChangeArrowheads="1"/>
          </p:cNvSpPr>
          <p:nvPr/>
        </p:nvSpPr>
        <p:spPr bwMode="auto">
          <a:xfrm>
            <a:off x="4725515" y="2266850"/>
            <a:ext cx="318909" cy="253149"/>
          </a:xfrm>
          <a:custGeom>
            <a:avLst/>
            <a:gdLst>
              <a:gd name="T0" fmla="*/ 444 w 462"/>
              <a:gd name="T1" fmla="*/ 9 h 373"/>
              <a:gd name="T2" fmla="*/ 444 w 462"/>
              <a:gd name="T3" fmla="*/ 9 h 373"/>
              <a:gd name="T4" fmla="*/ 9 w 462"/>
              <a:gd name="T5" fmla="*/ 160 h 373"/>
              <a:gd name="T6" fmla="*/ 9 w 462"/>
              <a:gd name="T7" fmla="*/ 169 h 373"/>
              <a:gd name="T8" fmla="*/ 98 w 462"/>
              <a:gd name="T9" fmla="*/ 213 h 373"/>
              <a:gd name="T10" fmla="*/ 98 w 462"/>
              <a:gd name="T11" fmla="*/ 213 h 373"/>
              <a:gd name="T12" fmla="*/ 160 w 462"/>
              <a:gd name="T13" fmla="*/ 230 h 373"/>
              <a:gd name="T14" fmla="*/ 434 w 462"/>
              <a:gd name="T15" fmla="*/ 35 h 373"/>
              <a:gd name="T16" fmla="*/ 434 w 462"/>
              <a:gd name="T17" fmla="*/ 35 h 373"/>
              <a:gd name="T18" fmla="*/ 240 w 462"/>
              <a:gd name="T19" fmla="*/ 248 h 373"/>
              <a:gd name="T20" fmla="*/ 240 w 462"/>
              <a:gd name="T21" fmla="*/ 248 h 373"/>
              <a:gd name="T22" fmla="*/ 231 w 462"/>
              <a:gd name="T23" fmla="*/ 257 h 373"/>
              <a:gd name="T24" fmla="*/ 240 w 462"/>
              <a:gd name="T25" fmla="*/ 266 h 373"/>
              <a:gd name="T26" fmla="*/ 240 w 462"/>
              <a:gd name="T27" fmla="*/ 266 h 373"/>
              <a:gd name="T28" fmla="*/ 363 w 462"/>
              <a:gd name="T29" fmla="*/ 337 h 373"/>
              <a:gd name="T30" fmla="*/ 390 w 462"/>
              <a:gd name="T31" fmla="*/ 328 h 373"/>
              <a:gd name="T32" fmla="*/ 461 w 462"/>
              <a:gd name="T33" fmla="*/ 18 h 373"/>
              <a:gd name="T34" fmla="*/ 444 w 462"/>
              <a:gd name="T35" fmla="*/ 9 h 373"/>
              <a:gd name="T36" fmla="*/ 160 w 462"/>
              <a:gd name="T37" fmla="*/ 363 h 373"/>
              <a:gd name="T38" fmla="*/ 160 w 462"/>
              <a:gd name="T39" fmla="*/ 363 h 373"/>
              <a:gd name="T40" fmla="*/ 169 w 462"/>
              <a:gd name="T41" fmla="*/ 372 h 373"/>
              <a:gd name="T42" fmla="*/ 240 w 462"/>
              <a:gd name="T43" fmla="*/ 310 h 373"/>
              <a:gd name="T44" fmla="*/ 160 w 462"/>
              <a:gd name="T45" fmla="*/ 266 h 373"/>
              <a:gd name="T46" fmla="*/ 160 w 462"/>
              <a:gd name="T47" fmla="*/ 363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62" h="373">
                <a:moveTo>
                  <a:pt x="444" y="9"/>
                </a:moveTo>
                <a:lnTo>
                  <a:pt x="444" y="9"/>
                </a:lnTo>
                <a:cubicBezTo>
                  <a:pt x="434" y="9"/>
                  <a:pt x="18" y="160"/>
                  <a:pt x="9" y="160"/>
                </a:cubicBezTo>
                <a:cubicBezTo>
                  <a:pt x="0" y="160"/>
                  <a:pt x="0" y="169"/>
                  <a:pt x="9" y="169"/>
                </a:cubicBezTo>
                <a:cubicBezTo>
                  <a:pt x="18" y="177"/>
                  <a:pt x="98" y="213"/>
                  <a:pt x="98" y="213"/>
                </a:cubicBezTo>
                <a:lnTo>
                  <a:pt x="98" y="213"/>
                </a:lnTo>
                <a:cubicBezTo>
                  <a:pt x="160" y="230"/>
                  <a:pt x="160" y="230"/>
                  <a:pt x="160" y="230"/>
                </a:cubicBezTo>
                <a:cubicBezTo>
                  <a:pt x="160" y="230"/>
                  <a:pt x="425" y="35"/>
                  <a:pt x="434" y="35"/>
                </a:cubicBezTo>
                <a:cubicBezTo>
                  <a:pt x="434" y="26"/>
                  <a:pt x="434" y="35"/>
                  <a:pt x="434" y="35"/>
                </a:cubicBezTo>
                <a:lnTo>
                  <a:pt x="240" y="248"/>
                </a:lnTo>
                <a:lnTo>
                  <a:pt x="240" y="248"/>
                </a:lnTo>
                <a:cubicBezTo>
                  <a:pt x="231" y="257"/>
                  <a:pt x="231" y="257"/>
                  <a:pt x="231" y="257"/>
                </a:cubicBezTo>
                <a:cubicBezTo>
                  <a:pt x="240" y="266"/>
                  <a:pt x="240" y="266"/>
                  <a:pt x="240" y="266"/>
                </a:cubicBezTo>
                <a:lnTo>
                  <a:pt x="240" y="266"/>
                </a:lnTo>
                <a:cubicBezTo>
                  <a:pt x="240" y="266"/>
                  <a:pt x="363" y="328"/>
                  <a:pt x="363" y="337"/>
                </a:cubicBezTo>
                <a:cubicBezTo>
                  <a:pt x="372" y="337"/>
                  <a:pt x="381" y="337"/>
                  <a:pt x="390" y="328"/>
                </a:cubicBezTo>
                <a:cubicBezTo>
                  <a:pt x="390" y="319"/>
                  <a:pt x="461" y="26"/>
                  <a:pt x="461" y="18"/>
                </a:cubicBezTo>
                <a:cubicBezTo>
                  <a:pt x="461" y="9"/>
                  <a:pt x="453" y="0"/>
                  <a:pt x="444" y="9"/>
                </a:cubicBezTo>
                <a:close/>
                <a:moveTo>
                  <a:pt x="160" y="363"/>
                </a:moveTo>
                <a:lnTo>
                  <a:pt x="160" y="363"/>
                </a:lnTo>
                <a:cubicBezTo>
                  <a:pt x="160" y="372"/>
                  <a:pt x="160" y="372"/>
                  <a:pt x="169" y="372"/>
                </a:cubicBezTo>
                <a:cubicBezTo>
                  <a:pt x="169" y="363"/>
                  <a:pt x="240" y="310"/>
                  <a:pt x="240" y="310"/>
                </a:cubicBezTo>
                <a:cubicBezTo>
                  <a:pt x="160" y="266"/>
                  <a:pt x="160" y="266"/>
                  <a:pt x="160" y="266"/>
                </a:cubicBezTo>
                <a:lnTo>
                  <a:pt x="160" y="363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59" name="Freeform 112"/>
          <p:cNvSpPr>
            <a:spLocks noChangeArrowheads="1"/>
          </p:cNvSpPr>
          <p:nvPr/>
        </p:nvSpPr>
        <p:spPr bwMode="auto">
          <a:xfrm>
            <a:off x="1334480" y="4925812"/>
            <a:ext cx="265909" cy="301624"/>
          </a:xfrm>
          <a:custGeom>
            <a:avLst/>
            <a:gdLst>
              <a:gd name="T0" fmla="*/ 345 w 390"/>
              <a:gd name="T1" fmla="*/ 0 h 444"/>
              <a:gd name="T2" fmla="*/ 0 w 390"/>
              <a:gd name="T3" fmla="*/ 53 h 444"/>
              <a:gd name="T4" fmla="*/ 44 w 390"/>
              <a:gd name="T5" fmla="*/ 443 h 444"/>
              <a:gd name="T6" fmla="*/ 389 w 390"/>
              <a:gd name="T7" fmla="*/ 399 h 444"/>
              <a:gd name="T8" fmla="*/ 345 w 390"/>
              <a:gd name="T9" fmla="*/ 0 h 444"/>
              <a:gd name="T10" fmla="*/ 345 w 390"/>
              <a:gd name="T11" fmla="*/ 399 h 444"/>
              <a:gd name="T12" fmla="*/ 44 w 390"/>
              <a:gd name="T13" fmla="*/ 53 h 444"/>
              <a:gd name="T14" fmla="*/ 345 w 390"/>
              <a:gd name="T15" fmla="*/ 399 h 444"/>
              <a:gd name="T16" fmla="*/ 221 w 390"/>
              <a:gd name="T17" fmla="*/ 275 h 444"/>
              <a:gd name="T18" fmla="*/ 97 w 390"/>
              <a:gd name="T19" fmla="*/ 302 h 444"/>
              <a:gd name="T20" fmla="*/ 221 w 390"/>
              <a:gd name="T21" fmla="*/ 275 h 444"/>
              <a:gd name="T22" fmla="*/ 292 w 390"/>
              <a:gd name="T23" fmla="*/ 177 h 444"/>
              <a:gd name="T24" fmla="*/ 195 w 390"/>
              <a:gd name="T25" fmla="*/ 196 h 444"/>
              <a:gd name="T26" fmla="*/ 292 w 390"/>
              <a:gd name="T27" fmla="*/ 177 h 444"/>
              <a:gd name="T28" fmla="*/ 195 w 390"/>
              <a:gd name="T29" fmla="*/ 151 h 444"/>
              <a:gd name="T30" fmla="*/ 292 w 390"/>
              <a:gd name="T31" fmla="*/ 98 h 444"/>
              <a:gd name="T32" fmla="*/ 195 w 390"/>
              <a:gd name="T33" fmla="*/ 151 h 444"/>
              <a:gd name="T34" fmla="*/ 168 w 390"/>
              <a:gd name="T35" fmla="*/ 98 h 444"/>
              <a:gd name="T36" fmla="*/ 97 w 390"/>
              <a:gd name="T37" fmla="*/ 196 h 444"/>
              <a:gd name="T38" fmla="*/ 168 w 390"/>
              <a:gd name="T39" fmla="*/ 98 h 444"/>
              <a:gd name="T40" fmla="*/ 141 w 390"/>
              <a:gd name="T41" fmla="*/ 222 h 444"/>
              <a:gd name="T42" fmla="*/ 97 w 390"/>
              <a:gd name="T43" fmla="*/ 249 h 444"/>
              <a:gd name="T44" fmla="*/ 141 w 390"/>
              <a:gd name="T45" fmla="*/ 222 h 444"/>
              <a:gd name="T46" fmla="*/ 168 w 390"/>
              <a:gd name="T47" fmla="*/ 249 h 444"/>
              <a:gd name="T48" fmla="*/ 292 w 390"/>
              <a:gd name="T49" fmla="*/ 222 h 444"/>
              <a:gd name="T50" fmla="*/ 168 w 390"/>
              <a:gd name="T51" fmla="*/ 249 h 444"/>
              <a:gd name="T52" fmla="*/ 292 w 390"/>
              <a:gd name="T53" fmla="*/ 319 h 444"/>
              <a:gd name="T54" fmla="*/ 97 w 390"/>
              <a:gd name="T55" fmla="*/ 346 h 444"/>
              <a:gd name="T56" fmla="*/ 292 w 390"/>
              <a:gd name="T57" fmla="*/ 319 h 444"/>
              <a:gd name="T58" fmla="*/ 248 w 390"/>
              <a:gd name="T59" fmla="*/ 302 h 444"/>
              <a:gd name="T60" fmla="*/ 292 w 390"/>
              <a:gd name="T61" fmla="*/ 275 h 444"/>
              <a:gd name="T62" fmla="*/ 248 w 390"/>
              <a:gd name="T63" fmla="*/ 302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90" h="444">
                <a:moveTo>
                  <a:pt x="345" y="0"/>
                </a:moveTo>
                <a:lnTo>
                  <a:pt x="345" y="0"/>
                </a:lnTo>
                <a:cubicBezTo>
                  <a:pt x="44" y="0"/>
                  <a:pt x="44" y="0"/>
                  <a:pt x="44" y="0"/>
                </a:cubicBezTo>
                <a:cubicBezTo>
                  <a:pt x="17" y="0"/>
                  <a:pt x="0" y="27"/>
                  <a:pt x="0" y="53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5"/>
                  <a:pt x="17" y="443"/>
                  <a:pt x="44" y="443"/>
                </a:cubicBezTo>
                <a:cubicBezTo>
                  <a:pt x="345" y="443"/>
                  <a:pt x="345" y="443"/>
                  <a:pt x="345" y="443"/>
                </a:cubicBezTo>
                <a:cubicBezTo>
                  <a:pt x="372" y="443"/>
                  <a:pt x="389" y="425"/>
                  <a:pt x="389" y="399"/>
                </a:cubicBezTo>
                <a:cubicBezTo>
                  <a:pt x="389" y="53"/>
                  <a:pt x="389" y="53"/>
                  <a:pt x="389" y="53"/>
                </a:cubicBezTo>
                <a:cubicBezTo>
                  <a:pt x="389" y="27"/>
                  <a:pt x="372" y="0"/>
                  <a:pt x="345" y="0"/>
                </a:cubicBezTo>
                <a:close/>
                <a:moveTo>
                  <a:pt x="345" y="399"/>
                </a:moveTo>
                <a:lnTo>
                  <a:pt x="345" y="399"/>
                </a:lnTo>
                <a:cubicBezTo>
                  <a:pt x="44" y="399"/>
                  <a:pt x="44" y="399"/>
                  <a:pt x="44" y="399"/>
                </a:cubicBezTo>
                <a:cubicBezTo>
                  <a:pt x="44" y="53"/>
                  <a:pt x="44" y="53"/>
                  <a:pt x="44" y="53"/>
                </a:cubicBezTo>
                <a:cubicBezTo>
                  <a:pt x="345" y="53"/>
                  <a:pt x="345" y="53"/>
                  <a:pt x="345" y="53"/>
                </a:cubicBezTo>
                <a:lnTo>
                  <a:pt x="345" y="399"/>
                </a:lnTo>
                <a:close/>
                <a:moveTo>
                  <a:pt x="221" y="275"/>
                </a:moveTo>
                <a:lnTo>
                  <a:pt x="221" y="275"/>
                </a:lnTo>
                <a:cubicBezTo>
                  <a:pt x="97" y="275"/>
                  <a:pt x="97" y="275"/>
                  <a:pt x="97" y="275"/>
                </a:cubicBezTo>
                <a:cubicBezTo>
                  <a:pt x="97" y="302"/>
                  <a:pt x="97" y="302"/>
                  <a:pt x="97" y="302"/>
                </a:cubicBezTo>
                <a:cubicBezTo>
                  <a:pt x="221" y="302"/>
                  <a:pt x="221" y="302"/>
                  <a:pt x="221" y="302"/>
                </a:cubicBezTo>
                <a:lnTo>
                  <a:pt x="221" y="275"/>
                </a:lnTo>
                <a:close/>
                <a:moveTo>
                  <a:pt x="292" y="177"/>
                </a:moveTo>
                <a:lnTo>
                  <a:pt x="292" y="177"/>
                </a:lnTo>
                <a:cubicBezTo>
                  <a:pt x="195" y="177"/>
                  <a:pt x="195" y="177"/>
                  <a:pt x="195" y="177"/>
                </a:cubicBezTo>
                <a:cubicBezTo>
                  <a:pt x="195" y="196"/>
                  <a:pt x="195" y="196"/>
                  <a:pt x="195" y="196"/>
                </a:cubicBezTo>
                <a:cubicBezTo>
                  <a:pt x="292" y="196"/>
                  <a:pt x="292" y="196"/>
                  <a:pt x="292" y="196"/>
                </a:cubicBezTo>
                <a:lnTo>
                  <a:pt x="292" y="177"/>
                </a:lnTo>
                <a:close/>
                <a:moveTo>
                  <a:pt x="195" y="151"/>
                </a:moveTo>
                <a:lnTo>
                  <a:pt x="195" y="151"/>
                </a:lnTo>
                <a:cubicBezTo>
                  <a:pt x="292" y="151"/>
                  <a:pt x="292" y="151"/>
                  <a:pt x="292" y="151"/>
                </a:cubicBezTo>
                <a:cubicBezTo>
                  <a:pt x="292" y="98"/>
                  <a:pt x="292" y="98"/>
                  <a:pt x="292" y="98"/>
                </a:cubicBezTo>
                <a:cubicBezTo>
                  <a:pt x="195" y="98"/>
                  <a:pt x="195" y="98"/>
                  <a:pt x="195" y="98"/>
                </a:cubicBezTo>
                <a:lnTo>
                  <a:pt x="195" y="151"/>
                </a:lnTo>
                <a:close/>
                <a:moveTo>
                  <a:pt x="168" y="98"/>
                </a:moveTo>
                <a:lnTo>
                  <a:pt x="168" y="98"/>
                </a:lnTo>
                <a:cubicBezTo>
                  <a:pt x="97" y="98"/>
                  <a:pt x="97" y="98"/>
                  <a:pt x="97" y="98"/>
                </a:cubicBezTo>
                <a:cubicBezTo>
                  <a:pt x="97" y="196"/>
                  <a:pt x="97" y="196"/>
                  <a:pt x="97" y="196"/>
                </a:cubicBezTo>
                <a:cubicBezTo>
                  <a:pt x="168" y="196"/>
                  <a:pt x="168" y="196"/>
                  <a:pt x="168" y="196"/>
                </a:cubicBezTo>
                <a:lnTo>
                  <a:pt x="168" y="98"/>
                </a:lnTo>
                <a:close/>
                <a:moveTo>
                  <a:pt x="141" y="222"/>
                </a:moveTo>
                <a:lnTo>
                  <a:pt x="141" y="222"/>
                </a:lnTo>
                <a:cubicBezTo>
                  <a:pt x="97" y="222"/>
                  <a:pt x="97" y="222"/>
                  <a:pt x="97" y="222"/>
                </a:cubicBezTo>
                <a:cubicBezTo>
                  <a:pt x="97" y="249"/>
                  <a:pt x="97" y="249"/>
                  <a:pt x="97" y="249"/>
                </a:cubicBezTo>
                <a:cubicBezTo>
                  <a:pt x="141" y="249"/>
                  <a:pt x="141" y="249"/>
                  <a:pt x="141" y="249"/>
                </a:cubicBezTo>
                <a:lnTo>
                  <a:pt x="141" y="222"/>
                </a:lnTo>
                <a:close/>
                <a:moveTo>
                  <a:pt x="168" y="249"/>
                </a:moveTo>
                <a:lnTo>
                  <a:pt x="168" y="249"/>
                </a:lnTo>
                <a:cubicBezTo>
                  <a:pt x="292" y="249"/>
                  <a:pt x="292" y="249"/>
                  <a:pt x="292" y="249"/>
                </a:cubicBezTo>
                <a:cubicBezTo>
                  <a:pt x="292" y="222"/>
                  <a:pt x="292" y="222"/>
                  <a:pt x="292" y="222"/>
                </a:cubicBezTo>
                <a:cubicBezTo>
                  <a:pt x="168" y="222"/>
                  <a:pt x="168" y="222"/>
                  <a:pt x="168" y="222"/>
                </a:cubicBezTo>
                <a:lnTo>
                  <a:pt x="168" y="249"/>
                </a:lnTo>
                <a:close/>
                <a:moveTo>
                  <a:pt x="292" y="319"/>
                </a:moveTo>
                <a:lnTo>
                  <a:pt x="292" y="319"/>
                </a:lnTo>
                <a:cubicBezTo>
                  <a:pt x="97" y="319"/>
                  <a:pt x="97" y="319"/>
                  <a:pt x="97" y="319"/>
                </a:cubicBezTo>
                <a:cubicBezTo>
                  <a:pt x="97" y="346"/>
                  <a:pt x="97" y="346"/>
                  <a:pt x="97" y="346"/>
                </a:cubicBezTo>
                <a:cubicBezTo>
                  <a:pt x="292" y="346"/>
                  <a:pt x="292" y="346"/>
                  <a:pt x="292" y="346"/>
                </a:cubicBezTo>
                <a:lnTo>
                  <a:pt x="292" y="319"/>
                </a:lnTo>
                <a:close/>
                <a:moveTo>
                  <a:pt x="248" y="302"/>
                </a:moveTo>
                <a:lnTo>
                  <a:pt x="248" y="302"/>
                </a:lnTo>
                <a:cubicBezTo>
                  <a:pt x="292" y="302"/>
                  <a:pt x="292" y="302"/>
                  <a:pt x="292" y="302"/>
                </a:cubicBezTo>
                <a:cubicBezTo>
                  <a:pt x="292" y="275"/>
                  <a:pt x="292" y="275"/>
                  <a:pt x="292" y="275"/>
                </a:cubicBezTo>
                <a:cubicBezTo>
                  <a:pt x="248" y="275"/>
                  <a:pt x="248" y="275"/>
                  <a:pt x="248" y="275"/>
                </a:cubicBezTo>
                <a:lnTo>
                  <a:pt x="248" y="302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60" name="Freeform 115"/>
          <p:cNvSpPr>
            <a:spLocks noChangeArrowheads="1"/>
          </p:cNvSpPr>
          <p:nvPr/>
        </p:nvSpPr>
        <p:spPr bwMode="auto">
          <a:xfrm>
            <a:off x="3383173" y="5579331"/>
            <a:ext cx="275047" cy="337532"/>
          </a:xfrm>
          <a:custGeom>
            <a:avLst/>
            <a:gdLst>
              <a:gd name="T0" fmla="*/ 381 w 400"/>
              <a:gd name="T1" fmla="*/ 124 h 498"/>
              <a:gd name="T2" fmla="*/ 381 w 400"/>
              <a:gd name="T3" fmla="*/ 124 h 498"/>
              <a:gd name="T4" fmla="*/ 231 w 400"/>
              <a:gd name="T5" fmla="*/ 9 h 498"/>
              <a:gd name="T6" fmla="*/ 115 w 400"/>
              <a:gd name="T7" fmla="*/ 151 h 498"/>
              <a:gd name="T8" fmla="*/ 133 w 400"/>
              <a:gd name="T9" fmla="*/ 213 h 498"/>
              <a:gd name="T10" fmla="*/ 9 w 400"/>
              <a:gd name="T11" fmla="*/ 407 h 498"/>
              <a:gd name="T12" fmla="*/ 0 w 400"/>
              <a:gd name="T13" fmla="*/ 434 h 498"/>
              <a:gd name="T14" fmla="*/ 9 w 400"/>
              <a:gd name="T15" fmla="*/ 478 h 498"/>
              <a:gd name="T16" fmla="*/ 27 w 400"/>
              <a:gd name="T17" fmla="*/ 497 h 498"/>
              <a:gd name="T18" fmla="*/ 62 w 400"/>
              <a:gd name="T19" fmla="*/ 487 h 498"/>
              <a:gd name="T20" fmla="*/ 89 w 400"/>
              <a:gd name="T21" fmla="*/ 470 h 498"/>
              <a:gd name="T22" fmla="*/ 142 w 400"/>
              <a:gd name="T23" fmla="*/ 390 h 498"/>
              <a:gd name="T24" fmla="*/ 142 w 400"/>
              <a:gd name="T25" fmla="*/ 390 h 498"/>
              <a:gd name="T26" fmla="*/ 177 w 400"/>
              <a:gd name="T27" fmla="*/ 381 h 498"/>
              <a:gd name="T28" fmla="*/ 231 w 400"/>
              <a:gd name="T29" fmla="*/ 284 h 498"/>
              <a:gd name="T30" fmla="*/ 293 w 400"/>
              <a:gd name="T31" fmla="*/ 284 h 498"/>
              <a:gd name="T32" fmla="*/ 381 w 400"/>
              <a:gd name="T33" fmla="*/ 124 h 498"/>
              <a:gd name="T34" fmla="*/ 319 w 400"/>
              <a:gd name="T35" fmla="*/ 159 h 498"/>
              <a:gd name="T36" fmla="*/ 319 w 400"/>
              <a:gd name="T37" fmla="*/ 159 h 498"/>
              <a:gd name="T38" fmla="*/ 256 w 400"/>
              <a:gd name="T39" fmla="*/ 142 h 498"/>
              <a:gd name="T40" fmla="*/ 221 w 400"/>
              <a:gd name="T41" fmla="*/ 80 h 498"/>
              <a:gd name="T42" fmla="*/ 310 w 400"/>
              <a:gd name="T43" fmla="*/ 71 h 498"/>
              <a:gd name="T44" fmla="*/ 319 w 400"/>
              <a:gd name="T45" fmla="*/ 159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00" h="498">
                <a:moveTo>
                  <a:pt x="381" y="124"/>
                </a:moveTo>
                <a:lnTo>
                  <a:pt x="381" y="124"/>
                </a:lnTo>
                <a:cubicBezTo>
                  <a:pt x="372" y="44"/>
                  <a:pt x="301" y="0"/>
                  <a:pt x="231" y="9"/>
                </a:cubicBezTo>
                <a:cubicBezTo>
                  <a:pt x="159" y="27"/>
                  <a:pt x="106" y="80"/>
                  <a:pt x="115" y="151"/>
                </a:cubicBezTo>
                <a:cubicBezTo>
                  <a:pt x="115" y="168"/>
                  <a:pt x="124" y="195"/>
                  <a:pt x="133" y="213"/>
                </a:cubicBezTo>
                <a:cubicBezTo>
                  <a:pt x="9" y="407"/>
                  <a:pt x="9" y="407"/>
                  <a:pt x="9" y="407"/>
                </a:cubicBezTo>
                <a:cubicBezTo>
                  <a:pt x="0" y="407"/>
                  <a:pt x="0" y="425"/>
                  <a:pt x="0" y="434"/>
                </a:cubicBezTo>
                <a:cubicBezTo>
                  <a:pt x="9" y="478"/>
                  <a:pt x="9" y="478"/>
                  <a:pt x="9" y="478"/>
                </a:cubicBezTo>
                <a:cubicBezTo>
                  <a:pt x="9" y="487"/>
                  <a:pt x="18" y="497"/>
                  <a:pt x="27" y="497"/>
                </a:cubicBezTo>
                <a:cubicBezTo>
                  <a:pt x="62" y="487"/>
                  <a:pt x="62" y="487"/>
                  <a:pt x="62" y="487"/>
                </a:cubicBezTo>
                <a:cubicBezTo>
                  <a:pt x="71" y="487"/>
                  <a:pt x="80" y="478"/>
                  <a:pt x="89" y="470"/>
                </a:cubicBezTo>
                <a:cubicBezTo>
                  <a:pt x="142" y="390"/>
                  <a:pt x="142" y="390"/>
                  <a:pt x="142" y="390"/>
                </a:cubicBezTo>
                <a:lnTo>
                  <a:pt x="142" y="390"/>
                </a:lnTo>
                <a:cubicBezTo>
                  <a:pt x="177" y="381"/>
                  <a:pt x="177" y="381"/>
                  <a:pt x="177" y="381"/>
                </a:cubicBezTo>
                <a:cubicBezTo>
                  <a:pt x="231" y="284"/>
                  <a:pt x="231" y="284"/>
                  <a:pt x="231" y="284"/>
                </a:cubicBezTo>
                <a:cubicBezTo>
                  <a:pt x="248" y="293"/>
                  <a:pt x="284" y="284"/>
                  <a:pt x="293" y="284"/>
                </a:cubicBezTo>
                <a:cubicBezTo>
                  <a:pt x="363" y="275"/>
                  <a:pt x="399" y="195"/>
                  <a:pt x="381" y="124"/>
                </a:cubicBezTo>
                <a:close/>
                <a:moveTo>
                  <a:pt x="319" y="159"/>
                </a:moveTo>
                <a:lnTo>
                  <a:pt x="319" y="159"/>
                </a:lnTo>
                <a:cubicBezTo>
                  <a:pt x="301" y="187"/>
                  <a:pt x="284" y="168"/>
                  <a:pt x="256" y="142"/>
                </a:cubicBezTo>
                <a:cubicBezTo>
                  <a:pt x="231" y="124"/>
                  <a:pt x="203" y="115"/>
                  <a:pt x="221" y="80"/>
                </a:cubicBezTo>
                <a:cubicBezTo>
                  <a:pt x="240" y="53"/>
                  <a:pt x="284" y="44"/>
                  <a:pt x="310" y="71"/>
                </a:cubicBezTo>
                <a:cubicBezTo>
                  <a:pt x="337" y="89"/>
                  <a:pt x="346" y="133"/>
                  <a:pt x="319" y="159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61" name="Freeform 116"/>
          <p:cNvSpPr>
            <a:spLocks noChangeArrowheads="1"/>
          </p:cNvSpPr>
          <p:nvPr/>
        </p:nvSpPr>
        <p:spPr bwMode="auto">
          <a:xfrm>
            <a:off x="5415419" y="4250747"/>
            <a:ext cx="307030" cy="311499"/>
          </a:xfrm>
          <a:custGeom>
            <a:avLst/>
            <a:gdLst>
              <a:gd name="T0" fmla="*/ 400 w 445"/>
              <a:gd name="T1" fmla="*/ 159 h 462"/>
              <a:gd name="T2" fmla="*/ 400 w 445"/>
              <a:gd name="T3" fmla="*/ 159 h 462"/>
              <a:gd name="T4" fmla="*/ 266 w 445"/>
              <a:gd name="T5" fmla="*/ 8 h 462"/>
              <a:gd name="T6" fmla="*/ 36 w 445"/>
              <a:gd name="T7" fmla="*/ 248 h 462"/>
              <a:gd name="T8" fmla="*/ 9 w 445"/>
              <a:gd name="T9" fmla="*/ 319 h 462"/>
              <a:gd name="T10" fmla="*/ 81 w 445"/>
              <a:gd name="T11" fmla="*/ 355 h 462"/>
              <a:gd name="T12" fmla="*/ 98 w 445"/>
              <a:gd name="T13" fmla="*/ 346 h 462"/>
              <a:gd name="T14" fmla="*/ 134 w 445"/>
              <a:gd name="T15" fmla="*/ 372 h 462"/>
              <a:gd name="T16" fmla="*/ 160 w 445"/>
              <a:gd name="T17" fmla="*/ 434 h 462"/>
              <a:gd name="T18" fmla="*/ 187 w 445"/>
              <a:gd name="T19" fmla="*/ 452 h 462"/>
              <a:gd name="T20" fmla="*/ 240 w 445"/>
              <a:gd name="T21" fmla="*/ 434 h 462"/>
              <a:gd name="T22" fmla="*/ 249 w 445"/>
              <a:gd name="T23" fmla="*/ 416 h 462"/>
              <a:gd name="T24" fmla="*/ 231 w 445"/>
              <a:gd name="T25" fmla="*/ 390 h 462"/>
              <a:gd name="T26" fmla="*/ 204 w 445"/>
              <a:gd name="T27" fmla="*/ 337 h 462"/>
              <a:gd name="T28" fmla="*/ 231 w 445"/>
              <a:gd name="T29" fmla="*/ 310 h 462"/>
              <a:gd name="T30" fmla="*/ 417 w 445"/>
              <a:gd name="T31" fmla="*/ 355 h 462"/>
              <a:gd name="T32" fmla="*/ 400 w 445"/>
              <a:gd name="T33" fmla="*/ 159 h 462"/>
              <a:gd name="T34" fmla="*/ 390 w 445"/>
              <a:gd name="T35" fmla="*/ 310 h 462"/>
              <a:gd name="T36" fmla="*/ 390 w 445"/>
              <a:gd name="T37" fmla="*/ 310 h 462"/>
              <a:gd name="T38" fmla="*/ 302 w 445"/>
              <a:gd name="T39" fmla="*/ 204 h 462"/>
              <a:gd name="T40" fmla="*/ 284 w 445"/>
              <a:gd name="T41" fmla="*/ 62 h 462"/>
              <a:gd name="T42" fmla="*/ 364 w 445"/>
              <a:gd name="T43" fmla="*/ 177 h 462"/>
              <a:gd name="T44" fmla="*/ 390 w 445"/>
              <a:gd name="T45" fmla="*/ 31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45" h="462">
                <a:moveTo>
                  <a:pt x="400" y="159"/>
                </a:moveTo>
                <a:lnTo>
                  <a:pt x="400" y="159"/>
                </a:lnTo>
                <a:cubicBezTo>
                  <a:pt x="364" y="71"/>
                  <a:pt x="302" y="0"/>
                  <a:pt x="266" y="8"/>
                </a:cubicBezTo>
                <a:cubicBezTo>
                  <a:pt x="213" y="36"/>
                  <a:pt x="302" y="142"/>
                  <a:pt x="36" y="248"/>
                </a:cubicBezTo>
                <a:cubicBezTo>
                  <a:pt x="9" y="257"/>
                  <a:pt x="0" y="292"/>
                  <a:pt x="9" y="319"/>
                </a:cubicBezTo>
                <a:cubicBezTo>
                  <a:pt x="18" y="337"/>
                  <a:pt x="53" y="363"/>
                  <a:pt x="81" y="355"/>
                </a:cubicBezTo>
                <a:lnTo>
                  <a:pt x="98" y="346"/>
                </a:lnTo>
                <a:cubicBezTo>
                  <a:pt x="116" y="372"/>
                  <a:pt x="134" y="355"/>
                  <a:pt x="134" y="372"/>
                </a:cubicBezTo>
                <a:cubicBezTo>
                  <a:pt x="143" y="390"/>
                  <a:pt x="160" y="425"/>
                  <a:pt x="160" y="434"/>
                </a:cubicBezTo>
                <a:cubicBezTo>
                  <a:pt x="169" y="443"/>
                  <a:pt x="178" y="461"/>
                  <a:pt x="187" y="452"/>
                </a:cubicBezTo>
                <a:cubicBezTo>
                  <a:pt x="196" y="452"/>
                  <a:pt x="231" y="443"/>
                  <a:pt x="240" y="434"/>
                </a:cubicBezTo>
                <a:cubicBezTo>
                  <a:pt x="257" y="434"/>
                  <a:pt x="257" y="425"/>
                  <a:pt x="249" y="416"/>
                </a:cubicBezTo>
                <a:cubicBezTo>
                  <a:pt x="249" y="408"/>
                  <a:pt x="231" y="399"/>
                  <a:pt x="231" y="390"/>
                </a:cubicBezTo>
                <a:cubicBezTo>
                  <a:pt x="222" y="381"/>
                  <a:pt x="213" y="346"/>
                  <a:pt x="204" y="337"/>
                </a:cubicBezTo>
                <a:cubicBezTo>
                  <a:pt x="196" y="328"/>
                  <a:pt x="213" y="310"/>
                  <a:pt x="231" y="310"/>
                </a:cubicBezTo>
                <a:cubicBezTo>
                  <a:pt x="355" y="302"/>
                  <a:pt x="373" y="372"/>
                  <a:pt x="417" y="355"/>
                </a:cubicBezTo>
                <a:cubicBezTo>
                  <a:pt x="444" y="346"/>
                  <a:pt x="444" y="248"/>
                  <a:pt x="400" y="159"/>
                </a:cubicBezTo>
                <a:close/>
                <a:moveTo>
                  <a:pt x="390" y="310"/>
                </a:moveTo>
                <a:lnTo>
                  <a:pt x="390" y="310"/>
                </a:lnTo>
                <a:cubicBezTo>
                  <a:pt x="381" y="310"/>
                  <a:pt x="328" y="275"/>
                  <a:pt x="302" y="204"/>
                </a:cubicBezTo>
                <a:cubicBezTo>
                  <a:pt x="275" y="133"/>
                  <a:pt x="275" y="62"/>
                  <a:pt x="284" y="62"/>
                </a:cubicBezTo>
                <a:cubicBezTo>
                  <a:pt x="293" y="62"/>
                  <a:pt x="337" y="106"/>
                  <a:pt x="364" y="177"/>
                </a:cubicBezTo>
                <a:cubicBezTo>
                  <a:pt x="400" y="248"/>
                  <a:pt x="390" y="302"/>
                  <a:pt x="390" y="310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62" name="Freeform 117"/>
          <p:cNvSpPr>
            <a:spLocks noChangeArrowheads="1"/>
          </p:cNvSpPr>
          <p:nvPr/>
        </p:nvSpPr>
        <p:spPr bwMode="auto">
          <a:xfrm>
            <a:off x="4725515" y="5603569"/>
            <a:ext cx="318909" cy="289954"/>
          </a:xfrm>
          <a:custGeom>
            <a:avLst/>
            <a:gdLst>
              <a:gd name="T0" fmla="*/ 266 w 462"/>
              <a:gd name="T1" fmla="*/ 0 h 427"/>
              <a:gd name="T2" fmla="*/ 266 w 462"/>
              <a:gd name="T3" fmla="*/ 0 h 427"/>
              <a:gd name="T4" fmla="*/ 266 w 462"/>
              <a:gd name="T5" fmla="*/ 0 h 427"/>
              <a:gd name="T6" fmla="*/ 71 w 462"/>
              <a:gd name="T7" fmla="*/ 80 h 427"/>
              <a:gd name="T8" fmla="*/ 80 w 462"/>
              <a:gd name="T9" fmla="*/ 143 h 427"/>
              <a:gd name="T10" fmla="*/ 0 w 462"/>
              <a:gd name="T11" fmla="*/ 240 h 427"/>
              <a:gd name="T12" fmla="*/ 115 w 462"/>
              <a:gd name="T13" fmla="*/ 319 h 427"/>
              <a:gd name="T14" fmla="*/ 231 w 462"/>
              <a:gd name="T15" fmla="*/ 266 h 427"/>
              <a:gd name="T16" fmla="*/ 231 w 462"/>
              <a:gd name="T17" fmla="*/ 249 h 427"/>
              <a:gd name="T18" fmla="*/ 266 w 462"/>
              <a:gd name="T19" fmla="*/ 213 h 427"/>
              <a:gd name="T20" fmla="*/ 302 w 462"/>
              <a:gd name="T21" fmla="*/ 249 h 427"/>
              <a:gd name="T22" fmla="*/ 266 w 462"/>
              <a:gd name="T23" fmla="*/ 284 h 427"/>
              <a:gd name="T24" fmla="*/ 115 w 462"/>
              <a:gd name="T25" fmla="*/ 355 h 427"/>
              <a:gd name="T26" fmla="*/ 115 w 462"/>
              <a:gd name="T27" fmla="*/ 372 h 427"/>
              <a:gd name="T28" fmla="*/ 266 w 462"/>
              <a:gd name="T29" fmla="*/ 426 h 427"/>
              <a:gd name="T30" fmla="*/ 266 w 462"/>
              <a:gd name="T31" fmla="*/ 426 h 427"/>
              <a:gd name="T32" fmla="*/ 408 w 462"/>
              <a:gd name="T33" fmla="*/ 372 h 427"/>
              <a:gd name="T34" fmla="*/ 453 w 462"/>
              <a:gd name="T35" fmla="*/ 80 h 427"/>
              <a:gd name="T36" fmla="*/ 266 w 462"/>
              <a:gd name="T37" fmla="*/ 0 h 427"/>
              <a:gd name="T38" fmla="*/ 36 w 462"/>
              <a:gd name="T39" fmla="*/ 231 h 427"/>
              <a:gd name="T40" fmla="*/ 36 w 462"/>
              <a:gd name="T41" fmla="*/ 231 h 427"/>
              <a:gd name="T42" fmla="*/ 89 w 462"/>
              <a:gd name="T43" fmla="*/ 178 h 427"/>
              <a:gd name="T44" fmla="*/ 106 w 462"/>
              <a:gd name="T45" fmla="*/ 284 h 427"/>
              <a:gd name="T46" fmla="*/ 36 w 462"/>
              <a:gd name="T47" fmla="*/ 231 h 427"/>
              <a:gd name="T48" fmla="*/ 266 w 462"/>
              <a:gd name="T49" fmla="*/ 133 h 427"/>
              <a:gd name="T50" fmla="*/ 266 w 462"/>
              <a:gd name="T51" fmla="*/ 133 h 427"/>
              <a:gd name="T52" fmla="*/ 106 w 462"/>
              <a:gd name="T53" fmla="*/ 80 h 427"/>
              <a:gd name="T54" fmla="*/ 266 w 462"/>
              <a:gd name="T55" fmla="*/ 36 h 427"/>
              <a:gd name="T56" fmla="*/ 416 w 462"/>
              <a:gd name="T57" fmla="*/ 80 h 427"/>
              <a:gd name="T58" fmla="*/ 266 w 462"/>
              <a:gd name="T59" fmla="*/ 133 h 4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62" h="427">
                <a:moveTo>
                  <a:pt x="266" y="0"/>
                </a:moveTo>
                <a:lnTo>
                  <a:pt x="266" y="0"/>
                </a:lnTo>
                <a:lnTo>
                  <a:pt x="266" y="0"/>
                </a:lnTo>
                <a:cubicBezTo>
                  <a:pt x="142" y="0"/>
                  <a:pt x="62" y="45"/>
                  <a:pt x="71" y="80"/>
                </a:cubicBezTo>
                <a:cubicBezTo>
                  <a:pt x="71" y="89"/>
                  <a:pt x="71" y="116"/>
                  <a:pt x="80" y="143"/>
                </a:cubicBezTo>
                <a:cubicBezTo>
                  <a:pt x="18" y="169"/>
                  <a:pt x="0" y="205"/>
                  <a:pt x="0" y="240"/>
                </a:cubicBezTo>
                <a:cubicBezTo>
                  <a:pt x="9" y="275"/>
                  <a:pt x="36" y="311"/>
                  <a:pt x="115" y="319"/>
                </a:cubicBezTo>
                <a:cubicBezTo>
                  <a:pt x="151" y="319"/>
                  <a:pt x="204" y="302"/>
                  <a:pt x="231" y="266"/>
                </a:cubicBezTo>
                <a:cubicBezTo>
                  <a:pt x="231" y="258"/>
                  <a:pt x="231" y="249"/>
                  <a:pt x="231" y="249"/>
                </a:cubicBezTo>
                <a:cubicBezTo>
                  <a:pt x="231" y="222"/>
                  <a:pt x="249" y="213"/>
                  <a:pt x="266" y="213"/>
                </a:cubicBezTo>
                <a:cubicBezTo>
                  <a:pt x="284" y="213"/>
                  <a:pt x="302" y="222"/>
                  <a:pt x="302" y="249"/>
                </a:cubicBezTo>
                <a:cubicBezTo>
                  <a:pt x="302" y="266"/>
                  <a:pt x="284" y="284"/>
                  <a:pt x="266" y="284"/>
                </a:cubicBezTo>
                <a:cubicBezTo>
                  <a:pt x="222" y="328"/>
                  <a:pt x="169" y="355"/>
                  <a:pt x="115" y="355"/>
                </a:cubicBezTo>
                <a:cubicBezTo>
                  <a:pt x="115" y="364"/>
                  <a:pt x="115" y="364"/>
                  <a:pt x="115" y="372"/>
                </a:cubicBezTo>
                <a:cubicBezTo>
                  <a:pt x="115" y="381"/>
                  <a:pt x="178" y="426"/>
                  <a:pt x="266" y="426"/>
                </a:cubicBezTo>
                <a:lnTo>
                  <a:pt x="266" y="426"/>
                </a:lnTo>
                <a:cubicBezTo>
                  <a:pt x="355" y="426"/>
                  <a:pt x="408" y="381"/>
                  <a:pt x="408" y="372"/>
                </a:cubicBezTo>
                <a:cubicBezTo>
                  <a:pt x="416" y="355"/>
                  <a:pt x="453" y="116"/>
                  <a:pt x="453" y="80"/>
                </a:cubicBezTo>
                <a:cubicBezTo>
                  <a:pt x="461" y="45"/>
                  <a:pt x="381" y="0"/>
                  <a:pt x="266" y="0"/>
                </a:cubicBezTo>
                <a:close/>
                <a:moveTo>
                  <a:pt x="36" y="231"/>
                </a:moveTo>
                <a:lnTo>
                  <a:pt x="36" y="231"/>
                </a:lnTo>
                <a:cubicBezTo>
                  <a:pt x="36" y="222"/>
                  <a:pt x="53" y="196"/>
                  <a:pt x="89" y="178"/>
                </a:cubicBezTo>
                <a:cubicBezTo>
                  <a:pt x="89" y="213"/>
                  <a:pt x="98" y="249"/>
                  <a:pt x="106" y="284"/>
                </a:cubicBezTo>
                <a:cubicBezTo>
                  <a:pt x="62" y="275"/>
                  <a:pt x="44" y="258"/>
                  <a:pt x="36" y="231"/>
                </a:cubicBezTo>
                <a:close/>
                <a:moveTo>
                  <a:pt x="266" y="133"/>
                </a:moveTo>
                <a:lnTo>
                  <a:pt x="266" y="133"/>
                </a:lnTo>
                <a:cubicBezTo>
                  <a:pt x="178" y="133"/>
                  <a:pt x="106" y="98"/>
                  <a:pt x="106" y="80"/>
                </a:cubicBezTo>
                <a:cubicBezTo>
                  <a:pt x="106" y="71"/>
                  <a:pt x="178" y="36"/>
                  <a:pt x="266" y="36"/>
                </a:cubicBezTo>
                <a:cubicBezTo>
                  <a:pt x="355" y="36"/>
                  <a:pt x="416" y="71"/>
                  <a:pt x="416" y="80"/>
                </a:cubicBezTo>
                <a:cubicBezTo>
                  <a:pt x="416" y="98"/>
                  <a:pt x="355" y="133"/>
                  <a:pt x="266" y="133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63" name="Freeform 118"/>
          <p:cNvSpPr>
            <a:spLocks noChangeArrowheads="1"/>
          </p:cNvSpPr>
          <p:nvPr/>
        </p:nvSpPr>
        <p:spPr bwMode="auto">
          <a:xfrm>
            <a:off x="5427297" y="5603569"/>
            <a:ext cx="282358" cy="297136"/>
          </a:xfrm>
          <a:custGeom>
            <a:avLst/>
            <a:gdLst>
              <a:gd name="T0" fmla="*/ 257 w 409"/>
              <a:gd name="T1" fmla="*/ 408 h 436"/>
              <a:gd name="T2" fmla="*/ 257 w 409"/>
              <a:gd name="T3" fmla="*/ 408 h 436"/>
              <a:gd name="T4" fmla="*/ 275 w 409"/>
              <a:gd name="T5" fmla="*/ 426 h 436"/>
              <a:gd name="T6" fmla="*/ 372 w 409"/>
              <a:gd name="T7" fmla="*/ 435 h 436"/>
              <a:gd name="T8" fmla="*/ 391 w 409"/>
              <a:gd name="T9" fmla="*/ 417 h 436"/>
              <a:gd name="T10" fmla="*/ 391 w 409"/>
              <a:gd name="T11" fmla="*/ 337 h 436"/>
              <a:gd name="T12" fmla="*/ 266 w 409"/>
              <a:gd name="T13" fmla="*/ 328 h 436"/>
              <a:gd name="T14" fmla="*/ 257 w 409"/>
              <a:gd name="T15" fmla="*/ 408 h 436"/>
              <a:gd name="T16" fmla="*/ 18 w 409"/>
              <a:gd name="T17" fmla="*/ 337 h 436"/>
              <a:gd name="T18" fmla="*/ 18 w 409"/>
              <a:gd name="T19" fmla="*/ 337 h 436"/>
              <a:gd name="T20" fmla="*/ 18 w 409"/>
              <a:gd name="T21" fmla="*/ 417 h 436"/>
              <a:gd name="T22" fmla="*/ 35 w 409"/>
              <a:gd name="T23" fmla="*/ 435 h 436"/>
              <a:gd name="T24" fmla="*/ 133 w 409"/>
              <a:gd name="T25" fmla="*/ 426 h 436"/>
              <a:gd name="T26" fmla="*/ 151 w 409"/>
              <a:gd name="T27" fmla="*/ 408 h 436"/>
              <a:gd name="T28" fmla="*/ 142 w 409"/>
              <a:gd name="T29" fmla="*/ 328 h 436"/>
              <a:gd name="T30" fmla="*/ 18 w 409"/>
              <a:gd name="T31" fmla="*/ 337 h 436"/>
              <a:gd name="T32" fmla="*/ 0 w 409"/>
              <a:gd name="T33" fmla="*/ 205 h 436"/>
              <a:gd name="T34" fmla="*/ 0 w 409"/>
              <a:gd name="T35" fmla="*/ 205 h 436"/>
              <a:gd name="T36" fmla="*/ 9 w 409"/>
              <a:gd name="T37" fmla="*/ 293 h 436"/>
              <a:gd name="T38" fmla="*/ 133 w 409"/>
              <a:gd name="T39" fmla="*/ 275 h 436"/>
              <a:gd name="T40" fmla="*/ 133 w 409"/>
              <a:gd name="T41" fmla="*/ 196 h 436"/>
              <a:gd name="T42" fmla="*/ 133 w 409"/>
              <a:gd name="T43" fmla="*/ 187 h 436"/>
              <a:gd name="T44" fmla="*/ 204 w 409"/>
              <a:gd name="T45" fmla="*/ 116 h 436"/>
              <a:gd name="T46" fmla="*/ 275 w 409"/>
              <a:gd name="T47" fmla="*/ 187 h 436"/>
              <a:gd name="T48" fmla="*/ 275 w 409"/>
              <a:gd name="T49" fmla="*/ 196 h 436"/>
              <a:gd name="T50" fmla="*/ 266 w 409"/>
              <a:gd name="T51" fmla="*/ 275 h 436"/>
              <a:gd name="T52" fmla="*/ 399 w 409"/>
              <a:gd name="T53" fmla="*/ 293 h 436"/>
              <a:gd name="T54" fmla="*/ 408 w 409"/>
              <a:gd name="T55" fmla="*/ 205 h 436"/>
              <a:gd name="T56" fmla="*/ 408 w 409"/>
              <a:gd name="T57" fmla="*/ 187 h 436"/>
              <a:gd name="T58" fmla="*/ 204 w 409"/>
              <a:gd name="T59" fmla="*/ 0 h 436"/>
              <a:gd name="T60" fmla="*/ 0 w 409"/>
              <a:gd name="T61" fmla="*/ 187 h 436"/>
              <a:gd name="T62" fmla="*/ 0 w 409"/>
              <a:gd name="T63" fmla="*/ 20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9" h="436">
                <a:moveTo>
                  <a:pt x="257" y="408"/>
                </a:moveTo>
                <a:lnTo>
                  <a:pt x="257" y="408"/>
                </a:lnTo>
                <a:cubicBezTo>
                  <a:pt x="257" y="417"/>
                  <a:pt x="266" y="426"/>
                  <a:pt x="275" y="426"/>
                </a:cubicBezTo>
                <a:cubicBezTo>
                  <a:pt x="372" y="435"/>
                  <a:pt x="372" y="435"/>
                  <a:pt x="372" y="435"/>
                </a:cubicBezTo>
                <a:cubicBezTo>
                  <a:pt x="382" y="435"/>
                  <a:pt x="382" y="426"/>
                  <a:pt x="391" y="417"/>
                </a:cubicBezTo>
                <a:cubicBezTo>
                  <a:pt x="391" y="337"/>
                  <a:pt x="391" y="337"/>
                  <a:pt x="391" y="337"/>
                </a:cubicBezTo>
                <a:cubicBezTo>
                  <a:pt x="266" y="328"/>
                  <a:pt x="266" y="328"/>
                  <a:pt x="266" y="328"/>
                </a:cubicBezTo>
                <a:lnTo>
                  <a:pt x="257" y="408"/>
                </a:lnTo>
                <a:close/>
                <a:moveTo>
                  <a:pt x="18" y="337"/>
                </a:moveTo>
                <a:lnTo>
                  <a:pt x="18" y="337"/>
                </a:lnTo>
                <a:cubicBezTo>
                  <a:pt x="18" y="417"/>
                  <a:pt x="18" y="417"/>
                  <a:pt x="18" y="417"/>
                </a:cubicBezTo>
                <a:cubicBezTo>
                  <a:pt x="18" y="426"/>
                  <a:pt x="27" y="435"/>
                  <a:pt x="35" y="435"/>
                </a:cubicBezTo>
                <a:cubicBezTo>
                  <a:pt x="133" y="426"/>
                  <a:pt x="133" y="426"/>
                  <a:pt x="133" y="426"/>
                </a:cubicBezTo>
                <a:cubicBezTo>
                  <a:pt x="142" y="426"/>
                  <a:pt x="151" y="417"/>
                  <a:pt x="151" y="408"/>
                </a:cubicBezTo>
                <a:cubicBezTo>
                  <a:pt x="142" y="328"/>
                  <a:pt x="142" y="328"/>
                  <a:pt x="142" y="328"/>
                </a:cubicBezTo>
                <a:lnTo>
                  <a:pt x="18" y="337"/>
                </a:lnTo>
                <a:close/>
                <a:moveTo>
                  <a:pt x="0" y="205"/>
                </a:moveTo>
                <a:lnTo>
                  <a:pt x="0" y="205"/>
                </a:lnTo>
                <a:cubicBezTo>
                  <a:pt x="9" y="293"/>
                  <a:pt x="9" y="293"/>
                  <a:pt x="9" y="293"/>
                </a:cubicBezTo>
                <a:cubicBezTo>
                  <a:pt x="133" y="275"/>
                  <a:pt x="133" y="275"/>
                  <a:pt x="133" y="275"/>
                </a:cubicBezTo>
                <a:cubicBezTo>
                  <a:pt x="133" y="196"/>
                  <a:pt x="133" y="196"/>
                  <a:pt x="133" y="196"/>
                </a:cubicBezTo>
                <a:lnTo>
                  <a:pt x="133" y="187"/>
                </a:lnTo>
                <a:cubicBezTo>
                  <a:pt x="133" y="152"/>
                  <a:pt x="160" y="116"/>
                  <a:pt x="204" y="116"/>
                </a:cubicBezTo>
                <a:cubicBezTo>
                  <a:pt x="248" y="116"/>
                  <a:pt x="275" y="152"/>
                  <a:pt x="275" y="187"/>
                </a:cubicBezTo>
                <a:lnTo>
                  <a:pt x="275" y="196"/>
                </a:lnTo>
                <a:cubicBezTo>
                  <a:pt x="266" y="275"/>
                  <a:pt x="266" y="275"/>
                  <a:pt x="266" y="275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408" y="205"/>
                  <a:pt x="408" y="205"/>
                  <a:pt x="408" y="205"/>
                </a:cubicBezTo>
                <a:cubicBezTo>
                  <a:pt x="408" y="196"/>
                  <a:pt x="408" y="196"/>
                  <a:pt x="408" y="187"/>
                </a:cubicBezTo>
                <a:cubicBezTo>
                  <a:pt x="408" y="80"/>
                  <a:pt x="319" y="0"/>
                  <a:pt x="204" y="0"/>
                </a:cubicBezTo>
                <a:cubicBezTo>
                  <a:pt x="88" y="0"/>
                  <a:pt x="0" y="80"/>
                  <a:pt x="0" y="187"/>
                </a:cubicBezTo>
                <a:cubicBezTo>
                  <a:pt x="0" y="196"/>
                  <a:pt x="0" y="196"/>
                  <a:pt x="0" y="205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64" name="Freeform 122"/>
          <p:cNvSpPr>
            <a:spLocks noChangeArrowheads="1"/>
          </p:cNvSpPr>
          <p:nvPr/>
        </p:nvSpPr>
        <p:spPr bwMode="auto">
          <a:xfrm>
            <a:off x="6097098" y="5622420"/>
            <a:ext cx="307030" cy="254046"/>
          </a:xfrm>
          <a:custGeom>
            <a:avLst/>
            <a:gdLst>
              <a:gd name="T0" fmla="*/ 434 w 444"/>
              <a:gd name="T1" fmla="*/ 213 h 373"/>
              <a:gd name="T2" fmla="*/ 434 w 444"/>
              <a:gd name="T3" fmla="*/ 213 h 373"/>
              <a:gd name="T4" fmla="*/ 354 w 444"/>
              <a:gd name="T5" fmla="*/ 27 h 373"/>
              <a:gd name="T6" fmla="*/ 319 w 444"/>
              <a:gd name="T7" fmla="*/ 0 h 373"/>
              <a:gd name="T8" fmla="*/ 124 w 444"/>
              <a:gd name="T9" fmla="*/ 0 h 373"/>
              <a:gd name="T10" fmla="*/ 80 w 444"/>
              <a:gd name="T11" fmla="*/ 27 h 373"/>
              <a:gd name="T12" fmla="*/ 9 w 444"/>
              <a:gd name="T13" fmla="*/ 213 h 373"/>
              <a:gd name="T14" fmla="*/ 0 w 444"/>
              <a:gd name="T15" fmla="*/ 257 h 373"/>
              <a:gd name="T16" fmla="*/ 18 w 444"/>
              <a:gd name="T17" fmla="*/ 345 h 373"/>
              <a:gd name="T18" fmla="*/ 45 w 444"/>
              <a:gd name="T19" fmla="*/ 372 h 373"/>
              <a:gd name="T20" fmla="*/ 399 w 444"/>
              <a:gd name="T21" fmla="*/ 372 h 373"/>
              <a:gd name="T22" fmla="*/ 425 w 444"/>
              <a:gd name="T23" fmla="*/ 345 h 373"/>
              <a:gd name="T24" fmla="*/ 443 w 444"/>
              <a:gd name="T25" fmla="*/ 257 h 373"/>
              <a:gd name="T26" fmla="*/ 434 w 444"/>
              <a:gd name="T27" fmla="*/ 213 h 373"/>
              <a:gd name="T28" fmla="*/ 399 w 444"/>
              <a:gd name="T29" fmla="*/ 275 h 373"/>
              <a:gd name="T30" fmla="*/ 399 w 444"/>
              <a:gd name="T31" fmla="*/ 275 h 373"/>
              <a:gd name="T32" fmla="*/ 399 w 444"/>
              <a:gd name="T33" fmla="*/ 310 h 373"/>
              <a:gd name="T34" fmla="*/ 372 w 444"/>
              <a:gd name="T35" fmla="*/ 337 h 373"/>
              <a:gd name="T36" fmla="*/ 71 w 444"/>
              <a:gd name="T37" fmla="*/ 337 h 373"/>
              <a:gd name="T38" fmla="*/ 45 w 444"/>
              <a:gd name="T39" fmla="*/ 310 h 373"/>
              <a:gd name="T40" fmla="*/ 35 w 444"/>
              <a:gd name="T41" fmla="*/ 275 h 373"/>
              <a:gd name="T42" fmla="*/ 62 w 444"/>
              <a:gd name="T43" fmla="*/ 248 h 373"/>
              <a:gd name="T44" fmla="*/ 381 w 444"/>
              <a:gd name="T45" fmla="*/ 248 h 373"/>
              <a:gd name="T46" fmla="*/ 399 w 444"/>
              <a:gd name="T47" fmla="*/ 275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44" h="373">
                <a:moveTo>
                  <a:pt x="434" y="213"/>
                </a:moveTo>
                <a:lnTo>
                  <a:pt x="434" y="213"/>
                </a:lnTo>
                <a:cubicBezTo>
                  <a:pt x="354" y="27"/>
                  <a:pt x="354" y="27"/>
                  <a:pt x="354" y="27"/>
                </a:cubicBezTo>
                <a:cubicBezTo>
                  <a:pt x="354" y="9"/>
                  <a:pt x="337" y="0"/>
                  <a:pt x="319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106" y="0"/>
                  <a:pt x="89" y="9"/>
                  <a:pt x="80" y="27"/>
                </a:cubicBezTo>
                <a:cubicBezTo>
                  <a:pt x="9" y="213"/>
                  <a:pt x="9" y="213"/>
                  <a:pt x="9" y="213"/>
                </a:cubicBezTo>
                <a:cubicBezTo>
                  <a:pt x="0" y="222"/>
                  <a:pt x="0" y="248"/>
                  <a:pt x="0" y="257"/>
                </a:cubicBezTo>
                <a:cubicBezTo>
                  <a:pt x="18" y="345"/>
                  <a:pt x="18" y="345"/>
                  <a:pt x="18" y="345"/>
                </a:cubicBezTo>
                <a:cubicBezTo>
                  <a:pt x="18" y="363"/>
                  <a:pt x="35" y="372"/>
                  <a:pt x="45" y="372"/>
                </a:cubicBezTo>
                <a:cubicBezTo>
                  <a:pt x="399" y="372"/>
                  <a:pt x="399" y="372"/>
                  <a:pt x="399" y="372"/>
                </a:cubicBezTo>
                <a:cubicBezTo>
                  <a:pt x="408" y="372"/>
                  <a:pt x="425" y="363"/>
                  <a:pt x="425" y="345"/>
                </a:cubicBezTo>
                <a:cubicBezTo>
                  <a:pt x="443" y="257"/>
                  <a:pt x="443" y="257"/>
                  <a:pt x="443" y="257"/>
                </a:cubicBezTo>
                <a:cubicBezTo>
                  <a:pt x="443" y="248"/>
                  <a:pt x="443" y="222"/>
                  <a:pt x="434" y="213"/>
                </a:cubicBezTo>
                <a:close/>
                <a:moveTo>
                  <a:pt x="399" y="275"/>
                </a:moveTo>
                <a:lnTo>
                  <a:pt x="399" y="275"/>
                </a:lnTo>
                <a:cubicBezTo>
                  <a:pt x="399" y="310"/>
                  <a:pt x="399" y="310"/>
                  <a:pt x="399" y="310"/>
                </a:cubicBezTo>
                <a:cubicBezTo>
                  <a:pt x="399" y="328"/>
                  <a:pt x="381" y="337"/>
                  <a:pt x="372" y="337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62" y="337"/>
                  <a:pt x="45" y="328"/>
                  <a:pt x="45" y="310"/>
                </a:cubicBezTo>
                <a:cubicBezTo>
                  <a:pt x="35" y="275"/>
                  <a:pt x="35" y="275"/>
                  <a:pt x="35" y="275"/>
                </a:cubicBezTo>
                <a:cubicBezTo>
                  <a:pt x="35" y="266"/>
                  <a:pt x="45" y="248"/>
                  <a:pt x="62" y="248"/>
                </a:cubicBezTo>
                <a:cubicBezTo>
                  <a:pt x="381" y="248"/>
                  <a:pt x="381" y="248"/>
                  <a:pt x="381" y="248"/>
                </a:cubicBezTo>
                <a:cubicBezTo>
                  <a:pt x="399" y="248"/>
                  <a:pt x="408" y="266"/>
                  <a:pt x="399" y="275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65" name="Freeform 123"/>
          <p:cNvSpPr>
            <a:spLocks noChangeArrowheads="1"/>
          </p:cNvSpPr>
          <p:nvPr/>
        </p:nvSpPr>
        <p:spPr bwMode="auto">
          <a:xfrm>
            <a:off x="7464112" y="5586513"/>
            <a:ext cx="311599" cy="314192"/>
          </a:xfrm>
          <a:custGeom>
            <a:avLst/>
            <a:gdLst>
              <a:gd name="T0" fmla="*/ 275 w 452"/>
              <a:gd name="T1" fmla="*/ 301 h 462"/>
              <a:gd name="T2" fmla="*/ 275 w 452"/>
              <a:gd name="T3" fmla="*/ 301 h 462"/>
              <a:gd name="T4" fmla="*/ 434 w 452"/>
              <a:gd name="T5" fmla="*/ 26 h 462"/>
              <a:gd name="T6" fmla="*/ 434 w 452"/>
              <a:gd name="T7" fmla="*/ 18 h 462"/>
              <a:gd name="T8" fmla="*/ 425 w 452"/>
              <a:gd name="T9" fmla="*/ 18 h 462"/>
              <a:gd name="T10" fmla="*/ 159 w 452"/>
              <a:gd name="T11" fmla="*/ 178 h 462"/>
              <a:gd name="T12" fmla="*/ 9 w 452"/>
              <a:gd name="T13" fmla="*/ 301 h 462"/>
              <a:gd name="T14" fmla="*/ 35 w 452"/>
              <a:gd name="T15" fmla="*/ 328 h 462"/>
              <a:gd name="T16" fmla="*/ 88 w 452"/>
              <a:gd name="T17" fmla="*/ 310 h 462"/>
              <a:gd name="T18" fmla="*/ 151 w 452"/>
              <a:gd name="T19" fmla="*/ 372 h 462"/>
              <a:gd name="T20" fmla="*/ 133 w 452"/>
              <a:gd name="T21" fmla="*/ 425 h 462"/>
              <a:gd name="T22" fmla="*/ 151 w 452"/>
              <a:gd name="T23" fmla="*/ 452 h 462"/>
              <a:gd name="T24" fmla="*/ 275 w 452"/>
              <a:gd name="T25" fmla="*/ 301 h 462"/>
              <a:gd name="T26" fmla="*/ 301 w 452"/>
              <a:gd name="T27" fmla="*/ 150 h 462"/>
              <a:gd name="T28" fmla="*/ 301 w 452"/>
              <a:gd name="T29" fmla="*/ 150 h 462"/>
              <a:gd name="T30" fmla="*/ 301 w 452"/>
              <a:gd name="T31" fmla="*/ 97 h 462"/>
              <a:gd name="T32" fmla="*/ 354 w 452"/>
              <a:gd name="T33" fmla="*/ 97 h 462"/>
              <a:gd name="T34" fmla="*/ 354 w 452"/>
              <a:gd name="T35" fmla="*/ 150 h 462"/>
              <a:gd name="T36" fmla="*/ 301 w 452"/>
              <a:gd name="T37" fmla="*/ 15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66" name="Freeform 129"/>
          <p:cNvSpPr>
            <a:spLocks noChangeArrowheads="1"/>
          </p:cNvSpPr>
          <p:nvPr/>
        </p:nvSpPr>
        <p:spPr bwMode="auto">
          <a:xfrm>
            <a:off x="6816241" y="5610750"/>
            <a:ext cx="231187" cy="277387"/>
          </a:xfrm>
          <a:custGeom>
            <a:avLst/>
            <a:gdLst>
              <a:gd name="T0" fmla="*/ 168 w 337"/>
              <a:gd name="T1" fmla="*/ 0 h 409"/>
              <a:gd name="T2" fmla="*/ 168 w 337"/>
              <a:gd name="T3" fmla="*/ 0 h 409"/>
              <a:gd name="T4" fmla="*/ 0 w 337"/>
              <a:gd name="T5" fmla="*/ 62 h 409"/>
              <a:gd name="T6" fmla="*/ 35 w 337"/>
              <a:gd name="T7" fmla="*/ 363 h 409"/>
              <a:gd name="T8" fmla="*/ 168 w 337"/>
              <a:gd name="T9" fmla="*/ 408 h 409"/>
              <a:gd name="T10" fmla="*/ 301 w 337"/>
              <a:gd name="T11" fmla="*/ 363 h 409"/>
              <a:gd name="T12" fmla="*/ 336 w 337"/>
              <a:gd name="T13" fmla="*/ 62 h 409"/>
              <a:gd name="T14" fmla="*/ 168 w 337"/>
              <a:gd name="T15" fmla="*/ 0 h 409"/>
              <a:gd name="T16" fmla="*/ 168 w 337"/>
              <a:gd name="T17" fmla="*/ 107 h 409"/>
              <a:gd name="T18" fmla="*/ 168 w 337"/>
              <a:gd name="T19" fmla="*/ 107 h 409"/>
              <a:gd name="T20" fmla="*/ 35 w 337"/>
              <a:gd name="T21" fmla="*/ 71 h 409"/>
              <a:gd name="T22" fmla="*/ 168 w 337"/>
              <a:gd name="T23" fmla="*/ 36 h 409"/>
              <a:gd name="T24" fmla="*/ 301 w 337"/>
              <a:gd name="T25" fmla="*/ 71 h 409"/>
              <a:gd name="T26" fmla="*/ 168 w 337"/>
              <a:gd name="T27" fmla="*/ 107 h 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37" h="409">
                <a:moveTo>
                  <a:pt x="168" y="0"/>
                </a:moveTo>
                <a:lnTo>
                  <a:pt x="168" y="0"/>
                </a:lnTo>
                <a:cubicBezTo>
                  <a:pt x="62" y="0"/>
                  <a:pt x="0" y="36"/>
                  <a:pt x="0" y="62"/>
                </a:cubicBezTo>
                <a:cubicBezTo>
                  <a:pt x="35" y="363"/>
                  <a:pt x="35" y="363"/>
                  <a:pt x="35" y="363"/>
                </a:cubicBezTo>
                <a:cubicBezTo>
                  <a:pt x="35" y="372"/>
                  <a:pt x="88" y="408"/>
                  <a:pt x="168" y="408"/>
                </a:cubicBezTo>
                <a:cubicBezTo>
                  <a:pt x="248" y="408"/>
                  <a:pt x="301" y="372"/>
                  <a:pt x="301" y="363"/>
                </a:cubicBezTo>
                <a:cubicBezTo>
                  <a:pt x="336" y="62"/>
                  <a:pt x="336" y="62"/>
                  <a:pt x="336" y="62"/>
                </a:cubicBezTo>
                <a:cubicBezTo>
                  <a:pt x="336" y="36"/>
                  <a:pt x="274" y="0"/>
                  <a:pt x="168" y="0"/>
                </a:cubicBezTo>
                <a:close/>
                <a:moveTo>
                  <a:pt x="168" y="107"/>
                </a:moveTo>
                <a:lnTo>
                  <a:pt x="168" y="107"/>
                </a:lnTo>
                <a:cubicBezTo>
                  <a:pt x="88" y="107"/>
                  <a:pt x="35" y="80"/>
                  <a:pt x="35" y="71"/>
                </a:cubicBezTo>
                <a:cubicBezTo>
                  <a:pt x="35" y="62"/>
                  <a:pt x="88" y="36"/>
                  <a:pt x="168" y="36"/>
                </a:cubicBezTo>
                <a:cubicBezTo>
                  <a:pt x="248" y="36"/>
                  <a:pt x="301" y="62"/>
                  <a:pt x="301" y="71"/>
                </a:cubicBezTo>
                <a:cubicBezTo>
                  <a:pt x="301" y="80"/>
                  <a:pt x="248" y="107"/>
                  <a:pt x="168" y="107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67" name="Freeform 161"/>
          <p:cNvSpPr>
            <a:spLocks noChangeArrowheads="1"/>
          </p:cNvSpPr>
          <p:nvPr/>
        </p:nvSpPr>
        <p:spPr bwMode="auto">
          <a:xfrm>
            <a:off x="7515283" y="2857531"/>
            <a:ext cx="330788" cy="282772"/>
          </a:xfrm>
          <a:custGeom>
            <a:avLst/>
            <a:gdLst>
              <a:gd name="T0" fmla="*/ 478 w 479"/>
              <a:gd name="T1" fmla="*/ 390 h 417"/>
              <a:gd name="T2" fmla="*/ 478 w 479"/>
              <a:gd name="T3" fmla="*/ 390 h 417"/>
              <a:gd name="T4" fmla="*/ 257 w 479"/>
              <a:gd name="T5" fmla="*/ 0 h 417"/>
              <a:gd name="T6" fmla="*/ 239 w 479"/>
              <a:gd name="T7" fmla="*/ 0 h 417"/>
              <a:gd name="T8" fmla="*/ 221 w 479"/>
              <a:gd name="T9" fmla="*/ 0 h 417"/>
              <a:gd name="T10" fmla="*/ 0 w 479"/>
              <a:gd name="T11" fmla="*/ 390 h 417"/>
              <a:gd name="T12" fmla="*/ 0 w 479"/>
              <a:gd name="T13" fmla="*/ 408 h 417"/>
              <a:gd name="T14" fmla="*/ 17 w 479"/>
              <a:gd name="T15" fmla="*/ 416 h 417"/>
              <a:gd name="T16" fmla="*/ 461 w 479"/>
              <a:gd name="T17" fmla="*/ 416 h 417"/>
              <a:gd name="T18" fmla="*/ 478 w 479"/>
              <a:gd name="T19" fmla="*/ 408 h 417"/>
              <a:gd name="T20" fmla="*/ 478 w 479"/>
              <a:gd name="T21" fmla="*/ 390 h 417"/>
              <a:gd name="T22" fmla="*/ 265 w 479"/>
              <a:gd name="T23" fmla="*/ 372 h 417"/>
              <a:gd name="T24" fmla="*/ 265 w 479"/>
              <a:gd name="T25" fmla="*/ 372 h 417"/>
              <a:gd name="T26" fmla="*/ 212 w 479"/>
              <a:gd name="T27" fmla="*/ 372 h 417"/>
              <a:gd name="T28" fmla="*/ 212 w 479"/>
              <a:gd name="T29" fmla="*/ 319 h 417"/>
              <a:gd name="T30" fmla="*/ 265 w 479"/>
              <a:gd name="T31" fmla="*/ 319 h 417"/>
              <a:gd name="T32" fmla="*/ 265 w 479"/>
              <a:gd name="T33" fmla="*/ 372 h 417"/>
              <a:gd name="T34" fmla="*/ 265 w 479"/>
              <a:gd name="T35" fmla="*/ 284 h 417"/>
              <a:gd name="T36" fmla="*/ 265 w 479"/>
              <a:gd name="T37" fmla="*/ 284 h 417"/>
              <a:gd name="T38" fmla="*/ 212 w 479"/>
              <a:gd name="T39" fmla="*/ 284 h 417"/>
              <a:gd name="T40" fmla="*/ 212 w 479"/>
              <a:gd name="T41" fmla="*/ 134 h 417"/>
              <a:gd name="T42" fmla="*/ 265 w 479"/>
              <a:gd name="T43" fmla="*/ 134 h 417"/>
              <a:gd name="T44" fmla="*/ 265 w 479"/>
              <a:gd name="T45" fmla="*/ 284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79" h="417">
                <a:moveTo>
                  <a:pt x="478" y="390"/>
                </a:moveTo>
                <a:lnTo>
                  <a:pt x="478" y="390"/>
                </a:lnTo>
                <a:cubicBezTo>
                  <a:pt x="257" y="0"/>
                  <a:pt x="257" y="0"/>
                  <a:pt x="257" y="0"/>
                </a:cubicBezTo>
                <a:cubicBezTo>
                  <a:pt x="248" y="0"/>
                  <a:pt x="248" y="0"/>
                  <a:pt x="239" y="0"/>
                </a:cubicBezTo>
                <a:cubicBezTo>
                  <a:pt x="230" y="0"/>
                  <a:pt x="230" y="0"/>
                  <a:pt x="221" y="0"/>
                </a:cubicBezTo>
                <a:cubicBezTo>
                  <a:pt x="0" y="390"/>
                  <a:pt x="0" y="390"/>
                  <a:pt x="0" y="390"/>
                </a:cubicBezTo>
                <a:cubicBezTo>
                  <a:pt x="0" y="399"/>
                  <a:pt x="0" y="408"/>
                  <a:pt x="0" y="408"/>
                </a:cubicBezTo>
                <a:cubicBezTo>
                  <a:pt x="8" y="416"/>
                  <a:pt x="8" y="416"/>
                  <a:pt x="17" y="416"/>
                </a:cubicBezTo>
                <a:cubicBezTo>
                  <a:pt x="461" y="416"/>
                  <a:pt x="461" y="416"/>
                  <a:pt x="461" y="416"/>
                </a:cubicBezTo>
                <a:cubicBezTo>
                  <a:pt x="470" y="416"/>
                  <a:pt x="470" y="416"/>
                  <a:pt x="478" y="408"/>
                </a:cubicBezTo>
                <a:cubicBezTo>
                  <a:pt x="478" y="408"/>
                  <a:pt x="478" y="399"/>
                  <a:pt x="478" y="390"/>
                </a:cubicBezTo>
                <a:close/>
                <a:moveTo>
                  <a:pt x="265" y="372"/>
                </a:moveTo>
                <a:lnTo>
                  <a:pt x="265" y="372"/>
                </a:lnTo>
                <a:cubicBezTo>
                  <a:pt x="212" y="372"/>
                  <a:pt x="212" y="372"/>
                  <a:pt x="212" y="372"/>
                </a:cubicBezTo>
                <a:cubicBezTo>
                  <a:pt x="212" y="319"/>
                  <a:pt x="212" y="319"/>
                  <a:pt x="212" y="319"/>
                </a:cubicBezTo>
                <a:cubicBezTo>
                  <a:pt x="265" y="319"/>
                  <a:pt x="265" y="319"/>
                  <a:pt x="265" y="319"/>
                </a:cubicBezTo>
                <a:lnTo>
                  <a:pt x="265" y="372"/>
                </a:lnTo>
                <a:close/>
                <a:moveTo>
                  <a:pt x="265" y="284"/>
                </a:moveTo>
                <a:lnTo>
                  <a:pt x="265" y="284"/>
                </a:lnTo>
                <a:cubicBezTo>
                  <a:pt x="212" y="284"/>
                  <a:pt x="212" y="284"/>
                  <a:pt x="212" y="284"/>
                </a:cubicBezTo>
                <a:cubicBezTo>
                  <a:pt x="212" y="134"/>
                  <a:pt x="212" y="134"/>
                  <a:pt x="212" y="134"/>
                </a:cubicBezTo>
                <a:cubicBezTo>
                  <a:pt x="265" y="134"/>
                  <a:pt x="265" y="134"/>
                  <a:pt x="265" y="134"/>
                </a:cubicBezTo>
                <a:lnTo>
                  <a:pt x="265" y="284"/>
                </a:ln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68" name="Freeform 170"/>
          <p:cNvSpPr>
            <a:spLocks noChangeArrowheads="1"/>
          </p:cNvSpPr>
          <p:nvPr/>
        </p:nvSpPr>
        <p:spPr bwMode="auto">
          <a:xfrm>
            <a:off x="2017073" y="3573889"/>
            <a:ext cx="270479" cy="313294"/>
          </a:xfrm>
          <a:custGeom>
            <a:avLst/>
            <a:gdLst>
              <a:gd name="T0" fmla="*/ 283 w 391"/>
              <a:gd name="T1" fmla="*/ 178 h 463"/>
              <a:gd name="T2" fmla="*/ 283 w 391"/>
              <a:gd name="T3" fmla="*/ 178 h 463"/>
              <a:gd name="T4" fmla="*/ 319 w 391"/>
              <a:gd name="T5" fmla="*/ 18 h 463"/>
              <a:gd name="T6" fmla="*/ 204 w 391"/>
              <a:gd name="T7" fmla="*/ 134 h 463"/>
              <a:gd name="T8" fmla="*/ 98 w 391"/>
              <a:gd name="T9" fmla="*/ 231 h 463"/>
              <a:gd name="T10" fmla="*/ 98 w 391"/>
              <a:gd name="T11" fmla="*/ 400 h 463"/>
              <a:gd name="T12" fmla="*/ 310 w 391"/>
              <a:gd name="T13" fmla="*/ 462 h 463"/>
              <a:gd name="T14" fmla="*/ 390 w 391"/>
              <a:gd name="T15" fmla="*/ 222 h 463"/>
              <a:gd name="T16" fmla="*/ 283 w 391"/>
              <a:gd name="T17" fmla="*/ 178 h 463"/>
              <a:gd name="T18" fmla="*/ 71 w 391"/>
              <a:gd name="T19" fmla="*/ 178 h 463"/>
              <a:gd name="T20" fmla="*/ 71 w 391"/>
              <a:gd name="T21" fmla="*/ 178 h 463"/>
              <a:gd name="T22" fmla="*/ 0 w 391"/>
              <a:gd name="T23" fmla="*/ 257 h 463"/>
              <a:gd name="T24" fmla="*/ 0 w 391"/>
              <a:gd name="T25" fmla="*/ 372 h 463"/>
              <a:gd name="T26" fmla="*/ 71 w 391"/>
              <a:gd name="T27" fmla="*/ 453 h 463"/>
              <a:gd name="T28" fmla="*/ 44 w 391"/>
              <a:gd name="T29" fmla="*/ 400 h 463"/>
              <a:gd name="T30" fmla="*/ 44 w 391"/>
              <a:gd name="T31" fmla="*/ 240 h 463"/>
              <a:gd name="T32" fmla="*/ 71 w 391"/>
              <a:gd name="T33" fmla="*/ 178 h 4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91" h="463">
                <a:moveTo>
                  <a:pt x="283" y="178"/>
                </a:moveTo>
                <a:lnTo>
                  <a:pt x="283" y="178"/>
                </a:lnTo>
                <a:cubicBezTo>
                  <a:pt x="283" y="169"/>
                  <a:pt x="373" y="89"/>
                  <a:pt x="319" y="18"/>
                </a:cubicBezTo>
                <a:cubicBezTo>
                  <a:pt x="310" y="0"/>
                  <a:pt x="266" y="98"/>
                  <a:pt x="204" y="134"/>
                </a:cubicBezTo>
                <a:cubicBezTo>
                  <a:pt x="169" y="160"/>
                  <a:pt x="98" y="204"/>
                  <a:pt x="98" y="231"/>
                </a:cubicBezTo>
                <a:cubicBezTo>
                  <a:pt x="98" y="400"/>
                  <a:pt x="98" y="400"/>
                  <a:pt x="98" y="400"/>
                </a:cubicBezTo>
                <a:cubicBezTo>
                  <a:pt x="98" y="435"/>
                  <a:pt x="213" y="462"/>
                  <a:pt x="310" y="462"/>
                </a:cubicBezTo>
                <a:cubicBezTo>
                  <a:pt x="345" y="462"/>
                  <a:pt x="390" y="249"/>
                  <a:pt x="390" y="222"/>
                </a:cubicBezTo>
                <a:cubicBezTo>
                  <a:pt x="390" y="187"/>
                  <a:pt x="292" y="187"/>
                  <a:pt x="283" y="178"/>
                </a:cubicBezTo>
                <a:close/>
                <a:moveTo>
                  <a:pt x="71" y="178"/>
                </a:moveTo>
                <a:lnTo>
                  <a:pt x="71" y="178"/>
                </a:lnTo>
                <a:cubicBezTo>
                  <a:pt x="54" y="178"/>
                  <a:pt x="0" y="187"/>
                  <a:pt x="0" y="257"/>
                </a:cubicBezTo>
                <a:cubicBezTo>
                  <a:pt x="0" y="372"/>
                  <a:pt x="0" y="372"/>
                  <a:pt x="0" y="372"/>
                </a:cubicBezTo>
                <a:cubicBezTo>
                  <a:pt x="0" y="444"/>
                  <a:pt x="54" y="453"/>
                  <a:pt x="71" y="453"/>
                </a:cubicBezTo>
                <a:cubicBezTo>
                  <a:pt x="89" y="453"/>
                  <a:pt x="44" y="435"/>
                  <a:pt x="44" y="400"/>
                </a:cubicBezTo>
                <a:cubicBezTo>
                  <a:pt x="44" y="240"/>
                  <a:pt x="44" y="240"/>
                  <a:pt x="44" y="240"/>
                </a:cubicBezTo>
                <a:cubicBezTo>
                  <a:pt x="44" y="196"/>
                  <a:pt x="89" y="178"/>
                  <a:pt x="71" y="178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69" name="Freeform 171"/>
          <p:cNvSpPr>
            <a:spLocks noChangeArrowheads="1"/>
          </p:cNvSpPr>
          <p:nvPr/>
        </p:nvSpPr>
        <p:spPr bwMode="auto">
          <a:xfrm>
            <a:off x="2701494" y="3585558"/>
            <a:ext cx="267737" cy="313294"/>
          </a:xfrm>
          <a:custGeom>
            <a:avLst/>
            <a:gdLst>
              <a:gd name="T0" fmla="*/ 107 w 392"/>
              <a:gd name="T1" fmla="*/ 293 h 462"/>
              <a:gd name="T2" fmla="*/ 107 w 392"/>
              <a:gd name="T3" fmla="*/ 293 h 462"/>
              <a:gd name="T4" fmla="*/ 72 w 392"/>
              <a:gd name="T5" fmla="*/ 444 h 462"/>
              <a:gd name="T6" fmla="*/ 186 w 392"/>
              <a:gd name="T7" fmla="*/ 329 h 462"/>
              <a:gd name="T8" fmla="*/ 293 w 392"/>
              <a:gd name="T9" fmla="*/ 239 h 462"/>
              <a:gd name="T10" fmla="*/ 293 w 392"/>
              <a:gd name="T11" fmla="*/ 63 h 462"/>
              <a:gd name="T12" fmla="*/ 80 w 392"/>
              <a:gd name="T13" fmla="*/ 0 h 462"/>
              <a:gd name="T14" fmla="*/ 0 w 392"/>
              <a:gd name="T15" fmla="*/ 248 h 462"/>
              <a:gd name="T16" fmla="*/ 107 w 392"/>
              <a:gd name="T17" fmla="*/ 293 h 462"/>
              <a:gd name="T18" fmla="*/ 319 w 392"/>
              <a:gd name="T19" fmla="*/ 284 h 462"/>
              <a:gd name="T20" fmla="*/ 319 w 392"/>
              <a:gd name="T21" fmla="*/ 284 h 462"/>
              <a:gd name="T22" fmla="*/ 391 w 392"/>
              <a:gd name="T23" fmla="*/ 213 h 462"/>
              <a:gd name="T24" fmla="*/ 391 w 392"/>
              <a:gd name="T25" fmla="*/ 89 h 462"/>
              <a:gd name="T26" fmla="*/ 319 w 392"/>
              <a:gd name="T27" fmla="*/ 18 h 462"/>
              <a:gd name="T28" fmla="*/ 346 w 392"/>
              <a:gd name="T29" fmla="*/ 71 h 462"/>
              <a:gd name="T30" fmla="*/ 346 w 392"/>
              <a:gd name="T31" fmla="*/ 231 h 462"/>
              <a:gd name="T32" fmla="*/ 319 w 392"/>
              <a:gd name="T33" fmla="*/ 284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92" h="462">
                <a:moveTo>
                  <a:pt x="107" y="293"/>
                </a:moveTo>
                <a:lnTo>
                  <a:pt x="107" y="293"/>
                </a:lnTo>
                <a:cubicBezTo>
                  <a:pt x="107" y="301"/>
                  <a:pt x="19" y="382"/>
                  <a:pt x="72" y="444"/>
                </a:cubicBezTo>
                <a:cubicBezTo>
                  <a:pt x="80" y="461"/>
                  <a:pt x="125" y="373"/>
                  <a:pt x="186" y="329"/>
                </a:cubicBezTo>
                <a:cubicBezTo>
                  <a:pt x="213" y="310"/>
                  <a:pt x="293" y="257"/>
                  <a:pt x="293" y="239"/>
                </a:cubicBezTo>
                <a:cubicBezTo>
                  <a:pt x="293" y="63"/>
                  <a:pt x="293" y="63"/>
                  <a:pt x="293" y="63"/>
                </a:cubicBezTo>
                <a:cubicBezTo>
                  <a:pt x="293" y="35"/>
                  <a:pt x="169" y="0"/>
                  <a:pt x="80" y="0"/>
                </a:cubicBezTo>
                <a:cubicBezTo>
                  <a:pt x="44" y="0"/>
                  <a:pt x="0" y="213"/>
                  <a:pt x="0" y="248"/>
                </a:cubicBezTo>
                <a:cubicBezTo>
                  <a:pt x="0" y="284"/>
                  <a:pt x="98" y="284"/>
                  <a:pt x="107" y="293"/>
                </a:cubicBezTo>
                <a:close/>
                <a:moveTo>
                  <a:pt x="319" y="284"/>
                </a:moveTo>
                <a:lnTo>
                  <a:pt x="319" y="284"/>
                </a:lnTo>
                <a:cubicBezTo>
                  <a:pt x="338" y="284"/>
                  <a:pt x="391" y="275"/>
                  <a:pt x="391" y="213"/>
                </a:cubicBezTo>
                <a:cubicBezTo>
                  <a:pt x="391" y="89"/>
                  <a:pt x="391" y="89"/>
                  <a:pt x="391" y="89"/>
                </a:cubicBezTo>
                <a:cubicBezTo>
                  <a:pt x="391" y="18"/>
                  <a:pt x="338" y="18"/>
                  <a:pt x="319" y="18"/>
                </a:cubicBezTo>
                <a:cubicBezTo>
                  <a:pt x="302" y="18"/>
                  <a:pt x="346" y="27"/>
                  <a:pt x="346" y="71"/>
                </a:cubicBezTo>
                <a:cubicBezTo>
                  <a:pt x="346" y="231"/>
                  <a:pt x="346" y="231"/>
                  <a:pt x="346" y="231"/>
                </a:cubicBezTo>
                <a:cubicBezTo>
                  <a:pt x="346" y="275"/>
                  <a:pt x="302" y="284"/>
                  <a:pt x="319" y="284"/>
                </a:cubicBezTo>
                <a:close/>
              </a:path>
            </a:pathLst>
          </a:custGeom>
          <a:solidFill>
            <a:srgbClr val="354D5A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70" name="TextBox 280"/>
          <p:cNvSpPr txBox="1"/>
          <p:nvPr/>
        </p:nvSpPr>
        <p:spPr>
          <a:xfrm>
            <a:off x="898480" y="1508730"/>
            <a:ext cx="7356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rgbClr val="354D5A"/>
                </a:solidFill>
                <a:latin typeface="Calibri" panose="020F0502020204030204" pitchFamily="34" charset="0"/>
                <a:ea typeface="Lato" charset="0"/>
                <a:cs typeface="Calibri" panose="020F0502020204030204" pitchFamily="34" charset="0"/>
              </a:rPr>
              <a:t>Galeria</a:t>
            </a:r>
            <a:r>
              <a:rPr lang="en-US" sz="2000" dirty="0">
                <a:solidFill>
                  <a:srgbClr val="354D5A"/>
                </a:solidFill>
                <a:latin typeface="Calibri" panose="020F0502020204030204" pitchFamily="34" charset="0"/>
                <a:ea typeface="Lato" charset="0"/>
                <a:cs typeface="Calibri" panose="020F0502020204030204" pitchFamily="34" charset="0"/>
              </a:rPr>
              <a:t> de </a:t>
            </a:r>
            <a:r>
              <a:rPr lang="en-US" sz="2000" dirty="0" err="1">
                <a:solidFill>
                  <a:srgbClr val="354D5A"/>
                </a:solidFill>
                <a:latin typeface="Calibri" panose="020F0502020204030204" pitchFamily="34" charset="0"/>
                <a:ea typeface="Lato" charset="0"/>
                <a:cs typeface="Calibri" panose="020F0502020204030204" pitchFamily="34" charset="0"/>
              </a:rPr>
              <a:t>Iconos</a:t>
            </a:r>
            <a:r>
              <a:rPr lang="en-US" sz="2000" dirty="0">
                <a:solidFill>
                  <a:srgbClr val="354D5A"/>
                </a:solidFill>
                <a:latin typeface="Calibri" panose="020F0502020204030204" pitchFamily="34" charset="0"/>
                <a:ea typeface="Lato" charset="0"/>
                <a:cs typeface="Calibri" panose="020F0502020204030204" pitchFamily="34" charset="0"/>
              </a:rPr>
              <a:t> </a:t>
            </a:r>
            <a:endParaRPr lang="en-US" sz="3600" dirty="0">
              <a:solidFill>
                <a:srgbClr val="354D5A"/>
              </a:solidFill>
              <a:latin typeface="Calibri" panose="020F0502020204030204" pitchFamily="34" charset="0"/>
              <a:ea typeface="Lato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523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280"/>
          <p:cNvSpPr txBox="1"/>
          <p:nvPr/>
        </p:nvSpPr>
        <p:spPr>
          <a:xfrm>
            <a:off x="898480" y="1508730"/>
            <a:ext cx="7356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rgbClr val="354D5A"/>
                </a:solidFill>
                <a:latin typeface="Calibri" panose="020F0502020204030204" pitchFamily="34" charset="0"/>
                <a:ea typeface="Lato" charset="0"/>
                <a:cs typeface="Calibri" panose="020F0502020204030204" pitchFamily="34" charset="0"/>
              </a:rPr>
              <a:t>Galeria</a:t>
            </a:r>
            <a:r>
              <a:rPr lang="en-US" sz="2000" dirty="0">
                <a:solidFill>
                  <a:srgbClr val="354D5A"/>
                </a:solidFill>
                <a:latin typeface="Calibri" panose="020F0502020204030204" pitchFamily="34" charset="0"/>
                <a:ea typeface="Lato" charset="0"/>
                <a:cs typeface="Calibri" panose="020F0502020204030204" pitchFamily="34" charset="0"/>
              </a:rPr>
              <a:t> de </a:t>
            </a:r>
            <a:r>
              <a:rPr lang="en-US" sz="2000" dirty="0" err="1">
                <a:solidFill>
                  <a:srgbClr val="354D5A"/>
                </a:solidFill>
                <a:latin typeface="Calibri" panose="020F0502020204030204" pitchFamily="34" charset="0"/>
                <a:ea typeface="Lato" charset="0"/>
                <a:cs typeface="Calibri" panose="020F0502020204030204" pitchFamily="34" charset="0"/>
              </a:rPr>
              <a:t>Iconos</a:t>
            </a:r>
            <a:r>
              <a:rPr lang="en-US" sz="2000" dirty="0">
                <a:solidFill>
                  <a:srgbClr val="354D5A"/>
                </a:solidFill>
                <a:latin typeface="Calibri" panose="020F0502020204030204" pitchFamily="34" charset="0"/>
                <a:ea typeface="Lato" charset="0"/>
                <a:cs typeface="Calibri" panose="020F0502020204030204" pitchFamily="34" charset="0"/>
              </a:rPr>
              <a:t> </a:t>
            </a:r>
            <a:endParaRPr lang="en-US" sz="3600" dirty="0">
              <a:solidFill>
                <a:srgbClr val="354D5A"/>
              </a:solidFill>
              <a:latin typeface="Calibri" panose="020F0502020204030204" pitchFamily="34" charset="0"/>
              <a:ea typeface="Lato" charset="0"/>
              <a:cs typeface="Calibri" panose="020F0502020204030204" pitchFamily="34" charset="0"/>
            </a:endParaRPr>
          </a:p>
        </p:txBody>
      </p:sp>
      <p:sp>
        <p:nvSpPr>
          <p:cNvPr id="71" name="Freeform 68"/>
          <p:cNvSpPr>
            <a:spLocks noChangeArrowheads="1"/>
          </p:cNvSpPr>
          <p:nvPr/>
        </p:nvSpPr>
        <p:spPr bwMode="auto">
          <a:xfrm>
            <a:off x="2956096" y="2899344"/>
            <a:ext cx="329756" cy="264983"/>
          </a:xfrm>
          <a:custGeom>
            <a:avLst/>
            <a:gdLst>
              <a:gd name="T0" fmla="*/ 399 w 444"/>
              <a:gd name="T1" fmla="*/ 36 h 356"/>
              <a:gd name="T2" fmla="*/ 399 w 444"/>
              <a:gd name="T3" fmla="*/ 36 h 356"/>
              <a:gd name="T4" fmla="*/ 248 w 444"/>
              <a:gd name="T5" fmla="*/ 36 h 356"/>
              <a:gd name="T6" fmla="*/ 221 w 444"/>
              <a:gd name="T7" fmla="*/ 62 h 356"/>
              <a:gd name="T8" fmla="*/ 195 w 444"/>
              <a:gd name="T9" fmla="*/ 36 h 356"/>
              <a:gd name="T10" fmla="*/ 45 w 444"/>
              <a:gd name="T11" fmla="*/ 36 h 356"/>
              <a:gd name="T12" fmla="*/ 45 w 444"/>
              <a:gd name="T13" fmla="*/ 186 h 356"/>
              <a:gd name="T14" fmla="*/ 221 w 444"/>
              <a:gd name="T15" fmla="*/ 355 h 356"/>
              <a:gd name="T16" fmla="*/ 399 w 444"/>
              <a:gd name="T17" fmla="*/ 186 h 356"/>
              <a:gd name="T18" fmla="*/ 399 w 444"/>
              <a:gd name="T19" fmla="*/ 36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4" h="356">
                <a:moveTo>
                  <a:pt x="399" y="36"/>
                </a:moveTo>
                <a:lnTo>
                  <a:pt x="399" y="36"/>
                </a:lnTo>
                <a:cubicBezTo>
                  <a:pt x="355" y="0"/>
                  <a:pt x="293" y="0"/>
                  <a:pt x="248" y="36"/>
                </a:cubicBezTo>
                <a:cubicBezTo>
                  <a:pt x="221" y="62"/>
                  <a:pt x="221" y="62"/>
                  <a:pt x="221" y="62"/>
                </a:cubicBezTo>
                <a:cubicBezTo>
                  <a:pt x="195" y="36"/>
                  <a:pt x="195" y="36"/>
                  <a:pt x="195" y="36"/>
                </a:cubicBezTo>
                <a:cubicBezTo>
                  <a:pt x="151" y="0"/>
                  <a:pt x="89" y="0"/>
                  <a:pt x="45" y="36"/>
                </a:cubicBezTo>
                <a:cubicBezTo>
                  <a:pt x="0" y="80"/>
                  <a:pt x="0" y="151"/>
                  <a:pt x="45" y="186"/>
                </a:cubicBezTo>
                <a:cubicBezTo>
                  <a:pt x="221" y="355"/>
                  <a:pt x="221" y="355"/>
                  <a:pt x="221" y="355"/>
                </a:cubicBezTo>
                <a:cubicBezTo>
                  <a:pt x="399" y="186"/>
                  <a:pt x="399" y="186"/>
                  <a:pt x="399" y="186"/>
                </a:cubicBezTo>
                <a:cubicBezTo>
                  <a:pt x="443" y="151"/>
                  <a:pt x="443" y="80"/>
                  <a:pt x="399" y="36"/>
                </a:cubicBez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72" name="Freeform 7"/>
          <p:cNvSpPr>
            <a:spLocks noChangeArrowheads="1"/>
          </p:cNvSpPr>
          <p:nvPr/>
        </p:nvSpPr>
        <p:spPr bwMode="auto">
          <a:xfrm>
            <a:off x="1508505" y="2865975"/>
            <a:ext cx="288537" cy="329756"/>
          </a:xfrm>
          <a:custGeom>
            <a:avLst/>
            <a:gdLst>
              <a:gd name="T0" fmla="*/ 319 w 390"/>
              <a:gd name="T1" fmla="*/ 301 h 444"/>
              <a:gd name="T2" fmla="*/ 319 w 390"/>
              <a:gd name="T3" fmla="*/ 301 h 444"/>
              <a:gd name="T4" fmla="*/ 274 w 390"/>
              <a:gd name="T5" fmla="*/ 310 h 444"/>
              <a:gd name="T6" fmla="*/ 142 w 390"/>
              <a:gd name="T7" fmla="*/ 239 h 444"/>
              <a:gd name="T8" fmla="*/ 142 w 390"/>
              <a:gd name="T9" fmla="*/ 222 h 444"/>
              <a:gd name="T10" fmla="*/ 142 w 390"/>
              <a:gd name="T11" fmla="*/ 213 h 444"/>
              <a:gd name="T12" fmla="*/ 274 w 390"/>
              <a:gd name="T13" fmla="*/ 133 h 444"/>
              <a:gd name="T14" fmla="*/ 319 w 390"/>
              <a:gd name="T15" fmla="*/ 151 h 444"/>
              <a:gd name="T16" fmla="*/ 389 w 390"/>
              <a:gd name="T17" fmla="*/ 70 h 444"/>
              <a:gd name="T18" fmla="*/ 319 w 390"/>
              <a:gd name="T19" fmla="*/ 0 h 444"/>
              <a:gd name="T20" fmla="*/ 248 w 390"/>
              <a:gd name="T21" fmla="*/ 70 h 444"/>
              <a:gd name="T22" fmla="*/ 248 w 390"/>
              <a:gd name="T23" fmla="*/ 89 h 444"/>
              <a:gd name="T24" fmla="*/ 115 w 390"/>
              <a:gd name="T25" fmla="*/ 169 h 444"/>
              <a:gd name="T26" fmla="*/ 70 w 390"/>
              <a:gd name="T27" fmla="*/ 151 h 444"/>
              <a:gd name="T28" fmla="*/ 0 w 390"/>
              <a:gd name="T29" fmla="*/ 222 h 444"/>
              <a:gd name="T30" fmla="*/ 70 w 390"/>
              <a:gd name="T31" fmla="*/ 301 h 444"/>
              <a:gd name="T32" fmla="*/ 115 w 390"/>
              <a:gd name="T33" fmla="*/ 283 h 444"/>
              <a:gd name="T34" fmla="*/ 248 w 390"/>
              <a:gd name="T35" fmla="*/ 363 h 444"/>
              <a:gd name="T36" fmla="*/ 248 w 390"/>
              <a:gd name="T37" fmla="*/ 372 h 444"/>
              <a:gd name="T38" fmla="*/ 319 w 390"/>
              <a:gd name="T39" fmla="*/ 443 h 444"/>
              <a:gd name="T40" fmla="*/ 389 w 390"/>
              <a:gd name="T41" fmla="*/ 372 h 444"/>
              <a:gd name="T42" fmla="*/ 319 w 390"/>
              <a:gd name="T43" fmla="*/ 301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90" h="444">
                <a:moveTo>
                  <a:pt x="319" y="301"/>
                </a:moveTo>
                <a:lnTo>
                  <a:pt x="319" y="301"/>
                </a:lnTo>
                <a:cubicBezTo>
                  <a:pt x="301" y="301"/>
                  <a:pt x="283" y="301"/>
                  <a:pt x="274" y="310"/>
                </a:cubicBezTo>
                <a:cubicBezTo>
                  <a:pt x="142" y="239"/>
                  <a:pt x="142" y="239"/>
                  <a:pt x="142" y="239"/>
                </a:cubicBezTo>
                <a:cubicBezTo>
                  <a:pt x="142" y="230"/>
                  <a:pt x="142" y="230"/>
                  <a:pt x="142" y="222"/>
                </a:cubicBezTo>
                <a:lnTo>
                  <a:pt x="142" y="213"/>
                </a:lnTo>
                <a:cubicBezTo>
                  <a:pt x="274" y="133"/>
                  <a:pt x="274" y="133"/>
                  <a:pt x="274" y="133"/>
                </a:cubicBezTo>
                <a:cubicBezTo>
                  <a:pt x="283" y="142"/>
                  <a:pt x="301" y="151"/>
                  <a:pt x="319" y="151"/>
                </a:cubicBezTo>
                <a:cubicBezTo>
                  <a:pt x="363" y="151"/>
                  <a:pt x="389" y="115"/>
                  <a:pt x="389" y="70"/>
                </a:cubicBezTo>
                <a:cubicBezTo>
                  <a:pt x="389" y="35"/>
                  <a:pt x="363" y="0"/>
                  <a:pt x="319" y="0"/>
                </a:cubicBezTo>
                <a:cubicBezTo>
                  <a:pt x="274" y="0"/>
                  <a:pt x="248" y="35"/>
                  <a:pt x="248" y="70"/>
                </a:cubicBezTo>
                <a:cubicBezTo>
                  <a:pt x="248" y="80"/>
                  <a:pt x="248" y="80"/>
                  <a:pt x="248" y="89"/>
                </a:cubicBezTo>
                <a:cubicBezTo>
                  <a:pt x="115" y="169"/>
                  <a:pt x="115" y="169"/>
                  <a:pt x="115" y="169"/>
                </a:cubicBezTo>
                <a:cubicBezTo>
                  <a:pt x="107" y="151"/>
                  <a:pt x="88" y="151"/>
                  <a:pt x="70" y="151"/>
                </a:cubicBezTo>
                <a:cubicBezTo>
                  <a:pt x="26" y="151"/>
                  <a:pt x="0" y="186"/>
                  <a:pt x="0" y="222"/>
                </a:cubicBezTo>
                <a:cubicBezTo>
                  <a:pt x="0" y="266"/>
                  <a:pt x="26" y="301"/>
                  <a:pt x="70" y="301"/>
                </a:cubicBezTo>
                <a:cubicBezTo>
                  <a:pt x="88" y="301"/>
                  <a:pt x="107" y="292"/>
                  <a:pt x="115" y="283"/>
                </a:cubicBezTo>
                <a:cubicBezTo>
                  <a:pt x="248" y="363"/>
                  <a:pt x="248" y="363"/>
                  <a:pt x="248" y="363"/>
                </a:cubicBezTo>
                <a:lnTo>
                  <a:pt x="248" y="372"/>
                </a:lnTo>
                <a:cubicBezTo>
                  <a:pt x="248" y="416"/>
                  <a:pt x="274" y="443"/>
                  <a:pt x="319" y="443"/>
                </a:cubicBezTo>
                <a:cubicBezTo>
                  <a:pt x="363" y="443"/>
                  <a:pt x="389" y="416"/>
                  <a:pt x="389" y="372"/>
                </a:cubicBezTo>
                <a:cubicBezTo>
                  <a:pt x="389" y="328"/>
                  <a:pt x="363" y="301"/>
                  <a:pt x="319" y="301"/>
                </a:cubicBez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73" name="Freeform 11"/>
          <p:cNvSpPr>
            <a:spLocks noChangeArrowheads="1"/>
          </p:cNvSpPr>
          <p:nvPr/>
        </p:nvSpPr>
        <p:spPr bwMode="auto">
          <a:xfrm>
            <a:off x="5919977" y="2915047"/>
            <a:ext cx="309146" cy="312091"/>
          </a:xfrm>
          <a:custGeom>
            <a:avLst/>
            <a:gdLst>
              <a:gd name="T0" fmla="*/ 204 w 418"/>
              <a:gd name="T1" fmla="*/ 0 h 417"/>
              <a:gd name="T2" fmla="*/ 204 w 418"/>
              <a:gd name="T3" fmla="*/ 0 h 417"/>
              <a:gd name="T4" fmla="*/ 0 w 418"/>
              <a:gd name="T5" fmla="*/ 204 h 417"/>
              <a:gd name="T6" fmla="*/ 204 w 418"/>
              <a:gd name="T7" fmla="*/ 416 h 417"/>
              <a:gd name="T8" fmla="*/ 417 w 418"/>
              <a:gd name="T9" fmla="*/ 204 h 417"/>
              <a:gd name="T10" fmla="*/ 204 w 418"/>
              <a:gd name="T11" fmla="*/ 0 h 417"/>
              <a:gd name="T12" fmla="*/ 328 w 418"/>
              <a:gd name="T13" fmla="*/ 177 h 417"/>
              <a:gd name="T14" fmla="*/ 328 w 418"/>
              <a:gd name="T15" fmla="*/ 177 h 417"/>
              <a:gd name="T16" fmla="*/ 328 w 418"/>
              <a:gd name="T17" fmla="*/ 230 h 417"/>
              <a:gd name="T18" fmla="*/ 80 w 418"/>
              <a:gd name="T19" fmla="*/ 230 h 417"/>
              <a:gd name="T20" fmla="*/ 80 w 418"/>
              <a:gd name="T21" fmla="*/ 177 h 417"/>
              <a:gd name="T22" fmla="*/ 328 w 418"/>
              <a:gd name="T23" fmla="*/ 177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18" h="417">
                <a:moveTo>
                  <a:pt x="204" y="0"/>
                </a:moveTo>
                <a:lnTo>
                  <a:pt x="204" y="0"/>
                </a:lnTo>
                <a:cubicBezTo>
                  <a:pt x="89" y="0"/>
                  <a:pt x="0" y="88"/>
                  <a:pt x="0" y="204"/>
                </a:cubicBezTo>
                <a:cubicBezTo>
                  <a:pt x="0" y="319"/>
                  <a:pt x="89" y="416"/>
                  <a:pt x="204" y="416"/>
                </a:cubicBezTo>
                <a:cubicBezTo>
                  <a:pt x="319" y="416"/>
                  <a:pt x="417" y="319"/>
                  <a:pt x="417" y="204"/>
                </a:cubicBezTo>
                <a:cubicBezTo>
                  <a:pt x="417" y="88"/>
                  <a:pt x="319" y="0"/>
                  <a:pt x="204" y="0"/>
                </a:cubicBezTo>
                <a:close/>
                <a:moveTo>
                  <a:pt x="328" y="177"/>
                </a:moveTo>
                <a:lnTo>
                  <a:pt x="328" y="177"/>
                </a:lnTo>
                <a:cubicBezTo>
                  <a:pt x="328" y="230"/>
                  <a:pt x="328" y="230"/>
                  <a:pt x="328" y="230"/>
                </a:cubicBezTo>
                <a:cubicBezTo>
                  <a:pt x="80" y="230"/>
                  <a:pt x="80" y="230"/>
                  <a:pt x="80" y="230"/>
                </a:cubicBezTo>
                <a:cubicBezTo>
                  <a:pt x="80" y="177"/>
                  <a:pt x="80" y="177"/>
                  <a:pt x="80" y="177"/>
                </a:cubicBezTo>
                <a:lnTo>
                  <a:pt x="328" y="177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74" name="Freeform 15"/>
          <p:cNvSpPr>
            <a:spLocks noChangeArrowheads="1"/>
          </p:cNvSpPr>
          <p:nvPr/>
        </p:nvSpPr>
        <p:spPr bwMode="auto">
          <a:xfrm>
            <a:off x="5135824" y="3637370"/>
            <a:ext cx="311110" cy="309146"/>
          </a:xfrm>
          <a:custGeom>
            <a:avLst/>
            <a:gdLst>
              <a:gd name="T0" fmla="*/ 213 w 417"/>
              <a:gd name="T1" fmla="*/ 0 h 417"/>
              <a:gd name="T2" fmla="*/ 213 w 417"/>
              <a:gd name="T3" fmla="*/ 0 h 417"/>
              <a:gd name="T4" fmla="*/ 0 w 417"/>
              <a:gd name="T5" fmla="*/ 204 h 417"/>
              <a:gd name="T6" fmla="*/ 213 w 417"/>
              <a:gd name="T7" fmla="*/ 416 h 417"/>
              <a:gd name="T8" fmla="*/ 416 w 417"/>
              <a:gd name="T9" fmla="*/ 204 h 417"/>
              <a:gd name="T10" fmla="*/ 213 w 417"/>
              <a:gd name="T11" fmla="*/ 0 h 417"/>
              <a:gd name="T12" fmla="*/ 257 w 417"/>
              <a:gd name="T13" fmla="*/ 204 h 417"/>
              <a:gd name="T14" fmla="*/ 257 w 417"/>
              <a:gd name="T15" fmla="*/ 204 h 417"/>
              <a:gd name="T16" fmla="*/ 328 w 417"/>
              <a:gd name="T17" fmla="*/ 284 h 417"/>
              <a:gd name="T18" fmla="*/ 284 w 417"/>
              <a:gd name="T19" fmla="*/ 328 h 417"/>
              <a:gd name="T20" fmla="*/ 213 w 417"/>
              <a:gd name="T21" fmla="*/ 248 h 417"/>
              <a:gd name="T22" fmla="*/ 132 w 417"/>
              <a:gd name="T23" fmla="*/ 328 h 417"/>
              <a:gd name="T24" fmla="*/ 88 w 417"/>
              <a:gd name="T25" fmla="*/ 284 h 417"/>
              <a:gd name="T26" fmla="*/ 168 w 417"/>
              <a:gd name="T27" fmla="*/ 204 h 417"/>
              <a:gd name="T28" fmla="*/ 88 w 417"/>
              <a:gd name="T29" fmla="*/ 134 h 417"/>
              <a:gd name="T30" fmla="*/ 132 w 417"/>
              <a:gd name="T31" fmla="*/ 89 h 417"/>
              <a:gd name="T32" fmla="*/ 213 w 417"/>
              <a:gd name="T33" fmla="*/ 159 h 417"/>
              <a:gd name="T34" fmla="*/ 284 w 417"/>
              <a:gd name="T35" fmla="*/ 89 h 417"/>
              <a:gd name="T36" fmla="*/ 328 w 417"/>
              <a:gd name="T37" fmla="*/ 134 h 417"/>
              <a:gd name="T38" fmla="*/ 257 w 417"/>
              <a:gd name="T39" fmla="*/ 204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7" h="417">
                <a:moveTo>
                  <a:pt x="213" y="0"/>
                </a:moveTo>
                <a:lnTo>
                  <a:pt x="213" y="0"/>
                </a:lnTo>
                <a:cubicBezTo>
                  <a:pt x="97" y="0"/>
                  <a:pt x="0" y="89"/>
                  <a:pt x="0" y="204"/>
                </a:cubicBezTo>
                <a:cubicBezTo>
                  <a:pt x="0" y="319"/>
                  <a:pt x="97" y="416"/>
                  <a:pt x="213" y="416"/>
                </a:cubicBezTo>
                <a:cubicBezTo>
                  <a:pt x="328" y="416"/>
                  <a:pt x="416" y="319"/>
                  <a:pt x="416" y="204"/>
                </a:cubicBezTo>
                <a:cubicBezTo>
                  <a:pt x="416" y="89"/>
                  <a:pt x="328" y="0"/>
                  <a:pt x="213" y="0"/>
                </a:cubicBezTo>
                <a:close/>
                <a:moveTo>
                  <a:pt x="257" y="204"/>
                </a:moveTo>
                <a:lnTo>
                  <a:pt x="257" y="204"/>
                </a:lnTo>
                <a:cubicBezTo>
                  <a:pt x="328" y="284"/>
                  <a:pt x="328" y="284"/>
                  <a:pt x="328" y="284"/>
                </a:cubicBezTo>
                <a:cubicBezTo>
                  <a:pt x="284" y="328"/>
                  <a:pt x="284" y="328"/>
                  <a:pt x="284" y="328"/>
                </a:cubicBezTo>
                <a:cubicBezTo>
                  <a:pt x="213" y="248"/>
                  <a:pt x="213" y="248"/>
                  <a:pt x="213" y="248"/>
                </a:cubicBezTo>
                <a:cubicBezTo>
                  <a:pt x="132" y="328"/>
                  <a:pt x="132" y="328"/>
                  <a:pt x="132" y="328"/>
                </a:cubicBezTo>
                <a:cubicBezTo>
                  <a:pt x="88" y="284"/>
                  <a:pt x="88" y="284"/>
                  <a:pt x="88" y="284"/>
                </a:cubicBezTo>
                <a:cubicBezTo>
                  <a:pt x="168" y="204"/>
                  <a:pt x="168" y="204"/>
                  <a:pt x="168" y="204"/>
                </a:cubicBezTo>
                <a:cubicBezTo>
                  <a:pt x="88" y="134"/>
                  <a:pt x="88" y="134"/>
                  <a:pt x="88" y="134"/>
                </a:cubicBezTo>
                <a:cubicBezTo>
                  <a:pt x="132" y="89"/>
                  <a:pt x="132" y="89"/>
                  <a:pt x="132" y="89"/>
                </a:cubicBezTo>
                <a:cubicBezTo>
                  <a:pt x="213" y="159"/>
                  <a:pt x="213" y="159"/>
                  <a:pt x="213" y="159"/>
                </a:cubicBezTo>
                <a:cubicBezTo>
                  <a:pt x="284" y="89"/>
                  <a:pt x="284" y="89"/>
                  <a:pt x="284" y="89"/>
                </a:cubicBezTo>
                <a:cubicBezTo>
                  <a:pt x="328" y="134"/>
                  <a:pt x="328" y="134"/>
                  <a:pt x="328" y="134"/>
                </a:cubicBezTo>
                <a:lnTo>
                  <a:pt x="257" y="204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75" name="Freeform 18"/>
          <p:cNvSpPr>
            <a:spLocks noChangeArrowheads="1"/>
          </p:cNvSpPr>
          <p:nvPr/>
        </p:nvSpPr>
        <p:spPr bwMode="auto">
          <a:xfrm>
            <a:off x="6655059" y="3682515"/>
            <a:ext cx="211986" cy="219838"/>
          </a:xfrm>
          <a:custGeom>
            <a:avLst/>
            <a:gdLst>
              <a:gd name="T0" fmla="*/ 265 w 285"/>
              <a:gd name="T1" fmla="*/ 125 h 294"/>
              <a:gd name="T2" fmla="*/ 265 w 285"/>
              <a:gd name="T3" fmla="*/ 125 h 294"/>
              <a:gd name="T4" fmla="*/ 168 w 285"/>
              <a:gd name="T5" fmla="*/ 125 h 294"/>
              <a:gd name="T6" fmla="*/ 168 w 285"/>
              <a:gd name="T7" fmla="*/ 18 h 294"/>
              <a:gd name="T8" fmla="*/ 141 w 285"/>
              <a:gd name="T9" fmla="*/ 0 h 294"/>
              <a:gd name="T10" fmla="*/ 115 w 285"/>
              <a:gd name="T11" fmla="*/ 18 h 294"/>
              <a:gd name="T12" fmla="*/ 115 w 285"/>
              <a:gd name="T13" fmla="*/ 125 h 294"/>
              <a:gd name="T14" fmla="*/ 9 w 285"/>
              <a:gd name="T15" fmla="*/ 125 h 294"/>
              <a:gd name="T16" fmla="*/ 0 w 285"/>
              <a:gd name="T17" fmla="*/ 142 h 294"/>
              <a:gd name="T18" fmla="*/ 9 w 285"/>
              <a:gd name="T19" fmla="*/ 169 h 294"/>
              <a:gd name="T20" fmla="*/ 115 w 285"/>
              <a:gd name="T21" fmla="*/ 169 h 294"/>
              <a:gd name="T22" fmla="*/ 115 w 285"/>
              <a:gd name="T23" fmla="*/ 275 h 294"/>
              <a:gd name="T24" fmla="*/ 141 w 285"/>
              <a:gd name="T25" fmla="*/ 293 h 294"/>
              <a:gd name="T26" fmla="*/ 168 w 285"/>
              <a:gd name="T27" fmla="*/ 275 h 294"/>
              <a:gd name="T28" fmla="*/ 168 w 285"/>
              <a:gd name="T29" fmla="*/ 169 h 294"/>
              <a:gd name="T30" fmla="*/ 265 w 285"/>
              <a:gd name="T31" fmla="*/ 169 h 294"/>
              <a:gd name="T32" fmla="*/ 284 w 285"/>
              <a:gd name="T33" fmla="*/ 142 h 294"/>
              <a:gd name="T34" fmla="*/ 265 w 285"/>
              <a:gd name="T35" fmla="*/ 125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85" h="294">
                <a:moveTo>
                  <a:pt x="265" y="125"/>
                </a:moveTo>
                <a:lnTo>
                  <a:pt x="265" y="125"/>
                </a:lnTo>
                <a:cubicBezTo>
                  <a:pt x="168" y="125"/>
                  <a:pt x="168" y="125"/>
                  <a:pt x="168" y="125"/>
                </a:cubicBezTo>
                <a:cubicBezTo>
                  <a:pt x="168" y="18"/>
                  <a:pt x="168" y="18"/>
                  <a:pt x="168" y="18"/>
                </a:cubicBezTo>
                <a:cubicBezTo>
                  <a:pt x="168" y="0"/>
                  <a:pt x="150" y="0"/>
                  <a:pt x="141" y="0"/>
                </a:cubicBezTo>
                <a:cubicBezTo>
                  <a:pt x="124" y="0"/>
                  <a:pt x="115" y="0"/>
                  <a:pt x="115" y="18"/>
                </a:cubicBezTo>
                <a:cubicBezTo>
                  <a:pt x="115" y="125"/>
                  <a:pt x="115" y="125"/>
                  <a:pt x="115" y="125"/>
                </a:cubicBezTo>
                <a:cubicBezTo>
                  <a:pt x="9" y="125"/>
                  <a:pt x="9" y="125"/>
                  <a:pt x="9" y="125"/>
                </a:cubicBezTo>
                <a:cubicBezTo>
                  <a:pt x="0" y="125"/>
                  <a:pt x="0" y="133"/>
                  <a:pt x="0" y="142"/>
                </a:cubicBezTo>
                <a:cubicBezTo>
                  <a:pt x="0" y="160"/>
                  <a:pt x="0" y="169"/>
                  <a:pt x="9" y="169"/>
                </a:cubicBezTo>
                <a:cubicBezTo>
                  <a:pt x="115" y="169"/>
                  <a:pt x="115" y="169"/>
                  <a:pt x="115" y="169"/>
                </a:cubicBezTo>
                <a:cubicBezTo>
                  <a:pt x="115" y="275"/>
                  <a:pt x="115" y="275"/>
                  <a:pt x="115" y="275"/>
                </a:cubicBezTo>
                <a:cubicBezTo>
                  <a:pt x="115" y="284"/>
                  <a:pt x="124" y="293"/>
                  <a:pt x="141" y="293"/>
                </a:cubicBezTo>
                <a:cubicBezTo>
                  <a:pt x="150" y="293"/>
                  <a:pt x="168" y="284"/>
                  <a:pt x="168" y="275"/>
                </a:cubicBezTo>
                <a:cubicBezTo>
                  <a:pt x="168" y="169"/>
                  <a:pt x="168" y="169"/>
                  <a:pt x="168" y="169"/>
                </a:cubicBezTo>
                <a:cubicBezTo>
                  <a:pt x="265" y="169"/>
                  <a:pt x="265" y="169"/>
                  <a:pt x="265" y="169"/>
                </a:cubicBezTo>
                <a:cubicBezTo>
                  <a:pt x="284" y="169"/>
                  <a:pt x="284" y="160"/>
                  <a:pt x="284" y="142"/>
                </a:cubicBezTo>
                <a:cubicBezTo>
                  <a:pt x="284" y="133"/>
                  <a:pt x="284" y="125"/>
                  <a:pt x="265" y="125"/>
                </a:cubicBez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76" name="Freeform 19"/>
          <p:cNvSpPr>
            <a:spLocks noChangeArrowheads="1"/>
          </p:cNvSpPr>
          <p:nvPr/>
        </p:nvSpPr>
        <p:spPr bwMode="auto">
          <a:xfrm>
            <a:off x="5922921" y="3773786"/>
            <a:ext cx="209042" cy="34350"/>
          </a:xfrm>
          <a:custGeom>
            <a:avLst/>
            <a:gdLst>
              <a:gd name="T0" fmla="*/ 265 w 283"/>
              <a:gd name="T1" fmla="*/ 0 h 45"/>
              <a:gd name="T2" fmla="*/ 265 w 283"/>
              <a:gd name="T3" fmla="*/ 0 h 45"/>
              <a:gd name="T4" fmla="*/ 9 w 283"/>
              <a:gd name="T5" fmla="*/ 0 h 45"/>
              <a:gd name="T6" fmla="*/ 0 w 283"/>
              <a:gd name="T7" fmla="*/ 17 h 45"/>
              <a:gd name="T8" fmla="*/ 9 w 283"/>
              <a:gd name="T9" fmla="*/ 44 h 45"/>
              <a:gd name="T10" fmla="*/ 265 w 283"/>
              <a:gd name="T11" fmla="*/ 44 h 45"/>
              <a:gd name="T12" fmla="*/ 282 w 283"/>
              <a:gd name="T13" fmla="*/ 17 h 45"/>
              <a:gd name="T14" fmla="*/ 265 w 283"/>
              <a:gd name="T15" fmla="*/ 0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3" h="45">
                <a:moveTo>
                  <a:pt x="265" y="0"/>
                </a:moveTo>
                <a:lnTo>
                  <a:pt x="265" y="0"/>
                </a:lnTo>
                <a:cubicBezTo>
                  <a:pt x="9" y="0"/>
                  <a:pt x="9" y="0"/>
                  <a:pt x="9" y="0"/>
                </a:cubicBezTo>
                <a:cubicBezTo>
                  <a:pt x="0" y="0"/>
                  <a:pt x="0" y="8"/>
                  <a:pt x="0" y="17"/>
                </a:cubicBezTo>
                <a:cubicBezTo>
                  <a:pt x="0" y="35"/>
                  <a:pt x="0" y="44"/>
                  <a:pt x="9" y="44"/>
                </a:cubicBezTo>
                <a:cubicBezTo>
                  <a:pt x="265" y="44"/>
                  <a:pt x="265" y="44"/>
                  <a:pt x="265" y="44"/>
                </a:cubicBezTo>
                <a:cubicBezTo>
                  <a:pt x="282" y="44"/>
                  <a:pt x="282" y="35"/>
                  <a:pt x="282" y="17"/>
                </a:cubicBezTo>
                <a:cubicBezTo>
                  <a:pt x="282" y="8"/>
                  <a:pt x="282" y="0"/>
                  <a:pt x="265" y="0"/>
                </a:cubicBez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77" name="Freeform 25"/>
          <p:cNvSpPr>
            <a:spLocks noChangeArrowheads="1"/>
          </p:cNvSpPr>
          <p:nvPr/>
        </p:nvSpPr>
        <p:spPr bwMode="auto">
          <a:xfrm>
            <a:off x="1539909" y="4328288"/>
            <a:ext cx="257131" cy="353311"/>
          </a:xfrm>
          <a:custGeom>
            <a:avLst/>
            <a:gdLst>
              <a:gd name="T0" fmla="*/ 195 w 346"/>
              <a:gd name="T1" fmla="*/ 0 h 479"/>
              <a:gd name="T2" fmla="*/ 195 w 346"/>
              <a:gd name="T3" fmla="*/ 0 h 479"/>
              <a:gd name="T4" fmla="*/ 160 w 346"/>
              <a:gd name="T5" fmla="*/ 0 h 479"/>
              <a:gd name="T6" fmla="*/ 160 w 346"/>
              <a:gd name="T7" fmla="*/ 328 h 479"/>
              <a:gd name="T8" fmla="*/ 80 w 346"/>
              <a:gd name="T9" fmla="*/ 328 h 479"/>
              <a:gd name="T10" fmla="*/ 10 w 346"/>
              <a:gd name="T11" fmla="*/ 425 h 479"/>
              <a:gd name="T12" fmla="*/ 124 w 346"/>
              <a:gd name="T13" fmla="*/ 461 h 479"/>
              <a:gd name="T14" fmla="*/ 195 w 346"/>
              <a:gd name="T15" fmla="*/ 372 h 479"/>
              <a:gd name="T16" fmla="*/ 195 w 346"/>
              <a:gd name="T17" fmla="*/ 106 h 479"/>
              <a:gd name="T18" fmla="*/ 257 w 346"/>
              <a:gd name="T19" fmla="*/ 230 h 479"/>
              <a:gd name="T20" fmla="*/ 275 w 346"/>
              <a:gd name="T21" fmla="*/ 230 h 479"/>
              <a:gd name="T22" fmla="*/ 195 w 346"/>
              <a:gd name="T23" fmla="*/ 0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479">
                <a:moveTo>
                  <a:pt x="195" y="0"/>
                </a:moveTo>
                <a:lnTo>
                  <a:pt x="195" y="0"/>
                </a:lnTo>
                <a:cubicBezTo>
                  <a:pt x="160" y="0"/>
                  <a:pt x="160" y="0"/>
                  <a:pt x="160" y="0"/>
                </a:cubicBezTo>
                <a:cubicBezTo>
                  <a:pt x="160" y="328"/>
                  <a:pt x="160" y="328"/>
                  <a:pt x="160" y="328"/>
                </a:cubicBezTo>
                <a:cubicBezTo>
                  <a:pt x="133" y="319"/>
                  <a:pt x="107" y="319"/>
                  <a:pt x="80" y="328"/>
                </a:cubicBezTo>
                <a:cubicBezTo>
                  <a:pt x="26" y="346"/>
                  <a:pt x="0" y="390"/>
                  <a:pt x="10" y="425"/>
                </a:cubicBezTo>
                <a:cubicBezTo>
                  <a:pt x="26" y="461"/>
                  <a:pt x="71" y="478"/>
                  <a:pt x="124" y="461"/>
                </a:cubicBezTo>
                <a:cubicBezTo>
                  <a:pt x="169" y="443"/>
                  <a:pt x="195" y="408"/>
                  <a:pt x="195" y="372"/>
                </a:cubicBezTo>
                <a:cubicBezTo>
                  <a:pt x="195" y="106"/>
                  <a:pt x="195" y="106"/>
                  <a:pt x="195" y="106"/>
                </a:cubicBezTo>
                <a:cubicBezTo>
                  <a:pt x="266" y="124"/>
                  <a:pt x="266" y="212"/>
                  <a:pt x="257" y="230"/>
                </a:cubicBezTo>
                <a:cubicBezTo>
                  <a:pt x="257" y="239"/>
                  <a:pt x="266" y="248"/>
                  <a:pt x="275" y="230"/>
                </a:cubicBezTo>
                <a:cubicBezTo>
                  <a:pt x="345" y="115"/>
                  <a:pt x="195" y="62"/>
                  <a:pt x="195" y="0"/>
                </a:cubicBez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78" name="Freeform 34"/>
          <p:cNvSpPr>
            <a:spLocks noChangeArrowheads="1"/>
          </p:cNvSpPr>
          <p:nvPr/>
        </p:nvSpPr>
        <p:spPr bwMode="auto">
          <a:xfrm>
            <a:off x="4481219" y="5048648"/>
            <a:ext cx="209042" cy="369013"/>
          </a:xfrm>
          <a:custGeom>
            <a:avLst/>
            <a:gdLst>
              <a:gd name="T0" fmla="*/ 283 w 284"/>
              <a:gd name="T1" fmla="*/ 115 h 497"/>
              <a:gd name="T2" fmla="*/ 283 w 284"/>
              <a:gd name="T3" fmla="*/ 115 h 497"/>
              <a:gd name="T4" fmla="*/ 283 w 284"/>
              <a:gd name="T5" fmla="*/ 62 h 497"/>
              <a:gd name="T6" fmla="*/ 142 w 284"/>
              <a:gd name="T7" fmla="*/ 0 h 497"/>
              <a:gd name="T8" fmla="*/ 0 w 284"/>
              <a:gd name="T9" fmla="*/ 62 h 497"/>
              <a:gd name="T10" fmla="*/ 0 w 284"/>
              <a:gd name="T11" fmla="*/ 115 h 497"/>
              <a:gd name="T12" fmla="*/ 97 w 284"/>
              <a:gd name="T13" fmla="*/ 248 h 497"/>
              <a:gd name="T14" fmla="*/ 0 w 284"/>
              <a:gd name="T15" fmla="*/ 381 h 497"/>
              <a:gd name="T16" fmla="*/ 0 w 284"/>
              <a:gd name="T17" fmla="*/ 443 h 497"/>
              <a:gd name="T18" fmla="*/ 142 w 284"/>
              <a:gd name="T19" fmla="*/ 496 h 497"/>
              <a:gd name="T20" fmla="*/ 283 w 284"/>
              <a:gd name="T21" fmla="*/ 443 h 497"/>
              <a:gd name="T22" fmla="*/ 283 w 284"/>
              <a:gd name="T23" fmla="*/ 381 h 497"/>
              <a:gd name="T24" fmla="*/ 186 w 284"/>
              <a:gd name="T25" fmla="*/ 248 h 497"/>
              <a:gd name="T26" fmla="*/ 283 w 284"/>
              <a:gd name="T27" fmla="*/ 115 h 497"/>
              <a:gd name="T28" fmla="*/ 44 w 284"/>
              <a:gd name="T29" fmla="*/ 62 h 497"/>
              <a:gd name="T30" fmla="*/ 44 w 284"/>
              <a:gd name="T31" fmla="*/ 62 h 497"/>
              <a:gd name="T32" fmla="*/ 142 w 284"/>
              <a:gd name="T33" fmla="*/ 35 h 497"/>
              <a:gd name="T34" fmla="*/ 239 w 284"/>
              <a:gd name="T35" fmla="*/ 62 h 497"/>
              <a:gd name="T36" fmla="*/ 248 w 284"/>
              <a:gd name="T37" fmla="*/ 71 h 497"/>
              <a:gd name="T38" fmla="*/ 142 w 284"/>
              <a:gd name="T39" fmla="*/ 97 h 497"/>
              <a:gd name="T40" fmla="*/ 35 w 284"/>
              <a:gd name="T41" fmla="*/ 71 h 497"/>
              <a:gd name="T42" fmla="*/ 44 w 284"/>
              <a:gd name="T43" fmla="*/ 62 h 497"/>
              <a:gd name="T44" fmla="*/ 151 w 284"/>
              <a:gd name="T45" fmla="*/ 248 h 497"/>
              <a:gd name="T46" fmla="*/ 151 w 284"/>
              <a:gd name="T47" fmla="*/ 248 h 497"/>
              <a:gd name="T48" fmla="*/ 204 w 284"/>
              <a:gd name="T49" fmla="*/ 328 h 497"/>
              <a:gd name="T50" fmla="*/ 248 w 284"/>
              <a:gd name="T51" fmla="*/ 381 h 497"/>
              <a:gd name="T52" fmla="*/ 248 w 284"/>
              <a:gd name="T53" fmla="*/ 416 h 497"/>
              <a:gd name="T54" fmla="*/ 151 w 284"/>
              <a:gd name="T55" fmla="*/ 354 h 497"/>
              <a:gd name="T56" fmla="*/ 133 w 284"/>
              <a:gd name="T57" fmla="*/ 354 h 497"/>
              <a:gd name="T58" fmla="*/ 35 w 284"/>
              <a:gd name="T59" fmla="*/ 416 h 497"/>
              <a:gd name="T60" fmla="*/ 35 w 284"/>
              <a:gd name="T61" fmla="*/ 381 h 497"/>
              <a:gd name="T62" fmla="*/ 80 w 284"/>
              <a:gd name="T63" fmla="*/ 328 h 497"/>
              <a:gd name="T64" fmla="*/ 133 w 284"/>
              <a:gd name="T65" fmla="*/ 248 h 497"/>
              <a:gd name="T66" fmla="*/ 80 w 284"/>
              <a:gd name="T67" fmla="*/ 177 h 497"/>
              <a:gd name="T68" fmla="*/ 35 w 284"/>
              <a:gd name="T69" fmla="*/ 115 h 497"/>
              <a:gd name="T70" fmla="*/ 35 w 284"/>
              <a:gd name="T71" fmla="*/ 88 h 497"/>
              <a:gd name="T72" fmla="*/ 142 w 284"/>
              <a:gd name="T73" fmla="*/ 115 h 497"/>
              <a:gd name="T74" fmla="*/ 248 w 284"/>
              <a:gd name="T75" fmla="*/ 88 h 497"/>
              <a:gd name="T76" fmla="*/ 248 w 284"/>
              <a:gd name="T77" fmla="*/ 115 h 497"/>
              <a:gd name="T78" fmla="*/ 204 w 284"/>
              <a:gd name="T79" fmla="*/ 177 h 497"/>
              <a:gd name="T80" fmla="*/ 151 w 284"/>
              <a:gd name="T81" fmla="*/ 248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84" h="497">
                <a:moveTo>
                  <a:pt x="283" y="115"/>
                </a:moveTo>
                <a:lnTo>
                  <a:pt x="283" y="115"/>
                </a:lnTo>
                <a:cubicBezTo>
                  <a:pt x="283" y="62"/>
                  <a:pt x="283" y="62"/>
                  <a:pt x="283" y="62"/>
                </a:cubicBezTo>
                <a:cubicBezTo>
                  <a:pt x="283" y="35"/>
                  <a:pt x="221" y="0"/>
                  <a:pt x="142" y="0"/>
                </a:cubicBezTo>
                <a:cubicBezTo>
                  <a:pt x="61" y="0"/>
                  <a:pt x="0" y="35"/>
                  <a:pt x="0" y="62"/>
                </a:cubicBezTo>
                <a:cubicBezTo>
                  <a:pt x="0" y="62"/>
                  <a:pt x="0" y="62"/>
                  <a:pt x="0" y="115"/>
                </a:cubicBezTo>
                <a:cubicBezTo>
                  <a:pt x="0" y="168"/>
                  <a:pt x="97" y="213"/>
                  <a:pt x="97" y="248"/>
                </a:cubicBezTo>
                <a:cubicBezTo>
                  <a:pt x="97" y="292"/>
                  <a:pt x="0" y="328"/>
                  <a:pt x="0" y="381"/>
                </a:cubicBezTo>
                <a:cubicBezTo>
                  <a:pt x="0" y="434"/>
                  <a:pt x="0" y="443"/>
                  <a:pt x="0" y="443"/>
                </a:cubicBezTo>
                <a:cubicBezTo>
                  <a:pt x="0" y="460"/>
                  <a:pt x="61" y="496"/>
                  <a:pt x="142" y="496"/>
                </a:cubicBezTo>
                <a:cubicBezTo>
                  <a:pt x="221" y="496"/>
                  <a:pt x="283" y="460"/>
                  <a:pt x="283" y="443"/>
                </a:cubicBezTo>
                <a:cubicBezTo>
                  <a:pt x="283" y="443"/>
                  <a:pt x="283" y="434"/>
                  <a:pt x="283" y="381"/>
                </a:cubicBezTo>
                <a:cubicBezTo>
                  <a:pt x="283" y="328"/>
                  <a:pt x="186" y="292"/>
                  <a:pt x="186" y="248"/>
                </a:cubicBezTo>
                <a:cubicBezTo>
                  <a:pt x="186" y="213"/>
                  <a:pt x="283" y="168"/>
                  <a:pt x="283" y="115"/>
                </a:cubicBezTo>
                <a:close/>
                <a:moveTo>
                  <a:pt x="44" y="62"/>
                </a:moveTo>
                <a:lnTo>
                  <a:pt x="44" y="62"/>
                </a:lnTo>
                <a:cubicBezTo>
                  <a:pt x="61" y="53"/>
                  <a:pt x="88" y="35"/>
                  <a:pt x="142" y="35"/>
                </a:cubicBezTo>
                <a:cubicBezTo>
                  <a:pt x="195" y="35"/>
                  <a:pt x="239" y="62"/>
                  <a:pt x="239" y="62"/>
                </a:cubicBezTo>
                <a:cubicBezTo>
                  <a:pt x="248" y="62"/>
                  <a:pt x="257" y="71"/>
                  <a:pt x="248" y="71"/>
                </a:cubicBezTo>
                <a:cubicBezTo>
                  <a:pt x="230" y="88"/>
                  <a:pt x="186" y="97"/>
                  <a:pt x="142" y="97"/>
                </a:cubicBezTo>
                <a:cubicBezTo>
                  <a:pt x="97" y="97"/>
                  <a:pt x="53" y="88"/>
                  <a:pt x="35" y="71"/>
                </a:cubicBezTo>
                <a:cubicBezTo>
                  <a:pt x="26" y="71"/>
                  <a:pt x="44" y="62"/>
                  <a:pt x="44" y="62"/>
                </a:cubicBezTo>
                <a:close/>
                <a:moveTo>
                  <a:pt x="151" y="248"/>
                </a:moveTo>
                <a:lnTo>
                  <a:pt x="151" y="248"/>
                </a:lnTo>
                <a:cubicBezTo>
                  <a:pt x="151" y="283"/>
                  <a:pt x="177" y="301"/>
                  <a:pt x="204" y="328"/>
                </a:cubicBezTo>
                <a:cubicBezTo>
                  <a:pt x="221" y="345"/>
                  <a:pt x="248" y="372"/>
                  <a:pt x="248" y="381"/>
                </a:cubicBezTo>
                <a:cubicBezTo>
                  <a:pt x="248" y="416"/>
                  <a:pt x="248" y="416"/>
                  <a:pt x="248" y="416"/>
                </a:cubicBezTo>
                <a:cubicBezTo>
                  <a:pt x="230" y="407"/>
                  <a:pt x="151" y="390"/>
                  <a:pt x="151" y="354"/>
                </a:cubicBezTo>
                <a:cubicBezTo>
                  <a:pt x="151" y="337"/>
                  <a:pt x="133" y="337"/>
                  <a:pt x="133" y="354"/>
                </a:cubicBezTo>
                <a:cubicBezTo>
                  <a:pt x="133" y="390"/>
                  <a:pt x="61" y="407"/>
                  <a:pt x="35" y="416"/>
                </a:cubicBezTo>
                <a:cubicBezTo>
                  <a:pt x="35" y="381"/>
                  <a:pt x="35" y="381"/>
                  <a:pt x="35" y="381"/>
                </a:cubicBezTo>
                <a:cubicBezTo>
                  <a:pt x="35" y="372"/>
                  <a:pt x="61" y="345"/>
                  <a:pt x="80" y="328"/>
                </a:cubicBezTo>
                <a:cubicBezTo>
                  <a:pt x="106" y="301"/>
                  <a:pt x="133" y="283"/>
                  <a:pt x="133" y="248"/>
                </a:cubicBezTo>
                <a:cubicBezTo>
                  <a:pt x="133" y="222"/>
                  <a:pt x="106" y="203"/>
                  <a:pt x="80" y="177"/>
                </a:cubicBezTo>
                <a:cubicBezTo>
                  <a:pt x="61" y="159"/>
                  <a:pt x="35" y="132"/>
                  <a:pt x="35" y="115"/>
                </a:cubicBezTo>
                <a:cubicBezTo>
                  <a:pt x="35" y="88"/>
                  <a:pt x="35" y="88"/>
                  <a:pt x="35" y="88"/>
                </a:cubicBezTo>
                <a:cubicBezTo>
                  <a:pt x="61" y="106"/>
                  <a:pt x="97" y="115"/>
                  <a:pt x="142" y="115"/>
                </a:cubicBezTo>
                <a:cubicBezTo>
                  <a:pt x="186" y="115"/>
                  <a:pt x="230" y="106"/>
                  <a:pt x="248" y="88"/>
                </a:cubicBezTo>
                <a:cubicBezTo>
                  <a:pt x="248" y="115"/>
                  <a:pt x="248" y="115"/>
                  <a:pt x="248" y="115"/>
                </a:cubicBezTo>
                <a:cubicBezTo>
                  <a:pt x="248" y="132"/>
                  <a:pt x="221" y="159"/>
                  <a:pt x="204" y="177"/>
                </a:cubicBezTo>
                <a:cubicBezTo>
                  <a:pt x="177" y="203"/>
                  <a:pt x="151" y="222"/>
                  <a:pt x="151" y="248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79" name="Freeform 35"/>
          <p:cNvSpPr>
            <a:spLocks noChangeArrowheads="1"/>
          </p:cNvSpPr>
          <p:nvPr/>
        </p:nvSpPr>
        <p:spPr bwMode="auto">
          <a:xfrm>
            <a:off x="6629542" y="2905232"/>
            <a:ext cx="264001" cy="308165"/>
          </a:xfrm>
          <a:custGeom>
            <a:avLst/>
            <a:gdLst>
              <a:gd name="T0" fmla="*/ 319 w 355"/>
              <a:gd name="T1" fmla="*/ 141 h 417"/>
              <a:gd name="T2" fmla="*/ 319 w 355"/>
              <a:gd name="T3" fmla="*/ 141 h 417"/>
              <a:gd name="T4" fmla="*/ 274 w 355"/>
              <a:gd name="T5" fmla="*/ 141 h 417"/>
              <a:gd name="T6" fmla="*/ 274 w 355"/>
              <a:gd name="T7" fmla="*/ 106 h 417"/>
              <a:gd name="T8" fmla="*/ 176 w 355"/>
              <a:gd name="T9" fmla="*/ 0 h 417"/>
              <a:gd name="T10" fmla="*/ 79 w 355"/>
              <a:gd name="T11" fmla="*/ 106 h 417"/>
              <a:gd name="T12" fmla="*/ 79 w 355"/>
              <a:gd name="T13" fmla="*/ 141 h 417"/>
              <a:gd name="T14" fmla="*/ 25 w 355"/>
              <a:gd name="T15" fmla="*/ 141 h 417"/>
              <a:gd name="T16" fmla="*/ 0 w 355"/>
              <a:gd name="T17" fmla="*/ 177 h 417"/>
              <a:gd name="T18" fmla="*/ 0 w 355"/>
              <a:gd name="T19" fmla="*/ 372 h 417"/>
              <a:gd name="T20" fmla="*/ 25 w 355"/>
              <a:gd name="T21" fmla="*/ 398 h 417"/>
              <a:gd name="T22" fmla="*/ 53 w 355"/>
              <a:gd name="T23" fmla="*/ 407 h 417"/>
              <a:gd name="T24" fmla="*/ 106 w 355"/>
              <a:gd name="T25" fmla="*/ 416 h 417"/>
              <a:gd name="T26" fmla="*/ 247 w 355"/>
              <a:gd name="T27" fmla="*/ 416 h 417"/>
              <a:gd name="T28" fmla="*/ 300 w 355"/>
              <a:gd name="T29" fmla="*/ 407 h 417"/>
              <a:gd name="T30" fmla="*/ 327 w 355"/>
              <a:gd name="T31" fmla="*/ 398 h 417"/>
              <a:gd name="T32" fmla="*/ 354 w 355"/>
              <a:gd name="T33" fmla="*/ 372 h 417"/>
              <a:gd name="T34" fmla="*/ 354 w 355"/>
              <a:gd name="T35" fmla="*/ 177 h 417"/>
              <a:gd name="T36" fmla="*/ 319 w 355"/>
              <a:gd name="T37" fmla="*/ 141 h 417"/>
              <a:gd name="T38" fmla="*/ 123 w 355"/>
              <a:gd name="T39" fmla="*/ 97 h 417"/>
              <a:gd name="T40" fmla="*/ 123 w 355"/>
              <a:gd name="T41" fmla="*/ 97 h 417"/>
              <a:gd name="T42" fmla="*/ 176 w 355"/>
              <a:gd name="T43" fmla="*/ 44 h 417"/>
              <a:gd name="T44" fmla="*/ 229 w 355"/>
              <a:gd name="T45" fmla="*/ 97 h 417"/>
              <a:gd name="T46" fmla="*/ 229 w 355"/>
              <a:gd name="T47" fmla="*/ 141 h 417"/>
              <a:gd name="T48" fmla="*/ 123 w 355"/>
              <a:gd name="T49" fmla="*/ 141 h 417"/>
              <a:gd name="T50" fmla="*/ 123 w 355"/>
              <a:gd name="T51" fmla="*/ 97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355" h="417">
                <a:moveTo>
                  <a:pt x="319" y="141"/>
                </a:moveTo>
                <a:lnTo>
                  <a:pt x="319" y="141"/>
                </a:lnTo>
                <a:cubicBezTo>
                  <a:pt x="274" y="141"/>
                  <a:pt x="274" y="141"/>
                  <a:pt x="274" y="141"/>
                </a:cubicBezTo>
                <a:cubicBezTo>
                  <a:pt x="274" y="106"/>
                  <a:pt x="274" y="106"/>
                  <a:pt x="274" y="106"/>
                </a:cubicBezTo>
                <a:cubicBezTo>
                  <a:pt x="274" y="35"/>
                  <a:pt x="238" y="0"/>
                  <a:pt x="176" y="0"/>
                </a:cubicBezTo>
                <a:cubicBezTo>
                  <a:pt x="106" y="0"/>
                  <a:pt x="79" y="35"/>
                  <a:pt x="79" y="106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25" y="141"/>
                  <a:pt x="25" y="141"/>
                  <a:pt x="25" y="141"/>
                </a:cubicBezTo>
                <a:cubicBezTo>
                  <a:pt x="17" y="141"/>
                  <a:pt x="0" y="159"/>
                  <a:pt x="0" y="177"/>
                </a:cubicBezTo>
                <a:cubicBezTo>
                  <a:pt x="0" y="372"/>
                  <a:pt x="0" y="372"/>
                  <a:pt x="0" y="372"/>
                </a:cubicBezTo>
                <a:cubicBezTo>
                  <a:pt x="0" y="381"/>
                  <a:pt x="17" y="398"/>
                  <a:pt x="25" y="398"/>
                </a:cubicBezTo>
                <a:cubicBezTo>
                  <a:pt x="53" y="407"/>
                  <a:pt x="53" y="407"/>
                  <a:pt x="53" y="407"/>
                </a:cubicBezTo>
                <a:cubicBezTo>
                  <a:pt x="70" y="416"/>
                  <a:pt x="88" y="416"/>
                  <a:pt x="106" y="416"/>
                </a:cubicBezTo>
                <a:cubicBezTo>
                  <a:pt x="247" y="416"/>
                  <a:pt x="247" y="416"/>
                  <a:pt x="247" y="416"/>
                </a:cubicBezTo>
                <a:cubicBezTo>
                  <a:pt x="265" y="416"/>
                  <a:pt x="283" y="416"/>
                  <a:pt x="300" y="407"/>
                </a:cubicBezTo>
                <a:cubicBezTo>
                  <a:pt x="327" y="398"/>
                  <a:pt x="327" y="398"/>
                  <a:pt x="327" y="398"/>
                </a:cubicBezTo>
                <a:cubicBezTo>
                  <a:pt x="336" y="398"/>
                  <a:pt x="354" y="381"/>
                  <a:pt x="354" y="372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54" y="159"/>
                  <a:pt x="336" y="141"/>
                  <a:pt x="319" y="141"/>
                </a:cubicBezTo>
                <a:close/>
                <a:moveTo>
                  <a:pt x="123" y="97"/>
                </a:moveTo>
                <a:lnTo>
                  <a:pt x="123" y="97"/>
                </a:lnTo>
                <a:cubicBezTo>
                  <a:pt x="123" y="62"/>
                  <a:pt x="150" y="44"/>
                  <a:pt x="176" y="44"/>
                </a:cubicBezTo>
                <a:cubicBezTo>
                  <a:pt x="203" y="44"/>
                  <a:pt x="229" y="62"/>
                  <a:pt x="229" y="97"/>
                </a:cubicBezTo>
                <a:cubicBezTo>
                  <a:pt x="229" y="141"/>
                  <a:pt x="229" y="141"/>
                  <a:pt x="229" y="141"/>
                </a:cubicBezTo>
                <a:cubicBezTo>
                  <a:pt x="123" y="141"/>
                  <a:pt x="123" y="141"/>
                  <a:pt x="123" y="141"/>
                </a:cubicBezTo>
                <a:lnTo>
                  <a:pt x="123" y="97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80" name="Freeform 36"/>
          <p:cNvSpPr>
            <a:spLocks noChangeArrowheads="1"/>
          </p:cNvSpPr>
          <p:nvPr/>
        </p:nvSpPr>
        <p:spPr bwMode="auto">
          <a:xfrm>
            <a:off x="5132880" y="5802377"/>
            <a:ext cx="355273" cy="321905"/>
          </a:xfrm>
          <a:custGeom>
            <a:avLst/>
            <a:gdLst>
              <a:gd name="T0" fmla="*/ 239 w 480"/>
              <a:gd name="T1" fmla="*/ 328 h 436"/>
              <a:gd name="T2" fmla="*/ 239 w 480"/>
              <a:gd name="T3" fmla="*/ 328 h 436"/>
              <a:gd name="T4" fmla="*/ 186 w 480"/>
              <a:gd name="T5" fmla="*/ 382 h 436"/>
              <a:gd name="T6" fmla="*/ 239 w 480"/>
              <a:gd name="T7" fmla="*/ 435 h 436"/>
              <a:gd name="T8" fmla="*/ 292 w 480"/>
              <a:gd name="T9" fmla="*/ 382 h 436"/>
              <a:gd name="T10" fmla="*/ 239 w 480"/>
              <a:gd name="T11" fmla="*/ 328 h 436"/>
              <a:gd name="T12" fmla="*/ 133 w 480"/>
              <a:gd name="T13" fmla="*/ 275 h 436"/>
              <a:gd name="T14" fmla="*/ 133 w 480"/>
              <a:gd name="T15" fmla="*/ 275 h 436"/>
              <a:gd name="T16" fmla="*/ 168 w 480"/>
              <a:gd name="T17" fmla="*/ 311 h 436"/>
              <a:gd name="T18" fmla="*/ 310 w 480"/>
              <a:gd name="T19" fmla="*/ 311 h 436"/>
              <a:gd name="T20" fmla="*/ 345 w 480"/>
              <a:gd name="T21" fmla="*/ 275 h 436"/>
              <a:gd name="T22" fmla="*/ 133 w 480"/>
              <a:gd name="T23" fmla="*/ 275 h 436"/>
              <a:gd name="T24" fmla="*/ 62 w 480"/>
              <a:gd name="T25" fmla="*/ 204 h 436"/>
              <a:gd name="T26" fmla="*/ 62 w 480"/>
              <a:gd name="T27" fmla="*/ 204 h 436"/>
              <a:gd name="T28" fmla="*/ 98 w 480"/>
              <a:gd name="T29" fmla="*/ 240 h 436"/>
              <a:gd name="T30" fmla="*/ 381 w 480"/>
              <a:gd name="T31" fmla="*/ 240 h 436"/>
              <a:gd name="T32" fmla="*/ 417 w 480"/>
              <a:gd name="T33" fmla="*/ 204 h 436"/>
              <a:gd name="T34" fmla="*/ 62 w 480"/>
              <a:gd name="T35" fmla="*/ 204 h 436"/>
              <a:gd name="T36" fmla="*/ 0 w 480"/>
              <a:gd name="T37" fmla="*/ 134 h 436"/>
              <a:gd name="T38" fmla="*/ 0 w 480"/>
              <a:gd name="T39" fmla="*/ 134 h 436"/>
              <a:gd name="T40" fmla="*/ 26 w 480"/>
              <a:gd name="T41" fmla="*/ 169 h 436"/>
              <a:gd name="T42" fmla="*/ 443 w 480"/>
              <a:gd name="T43" fmla="*/ 169 h 436"/>
              <a:gd name="T44" fmla="*/ 479 w 480"/>
              <a:gd name="T45" fmla="*/ 134 h 436"/>
              <a:gd name="T46" fmla="*/ 0 w 480"/>
              <a:gd name="T47" fmla="*/ 134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80" h="436">
                <a:moveTo>
                  <a:pt x="239" y="328"/>
                </a:moveTo>
                <a:lnTo>
                  <a:pt x="239" y="328"/>
                </a:lnTo>
                <a:cubicBezTo>
                  <a:pt x="213" y="328"/>
                  <a:pt x="186" y="355"/>
                  <a:pt x="186" y="382"/>
                </a:cubicBezTo>
                <a:cubicBezTo>
                  <a:pt x="186" y="409"/>
                  <a:pt x="213" y="435"/>
                  <a:pt x="239" y="435"/>
                </a:cubicBezTo>
                <a:cubicBezTo>
                  <a:pt x="266" y="435"/>
                  <a:pt x="292" y="409"/>
                  <a:pt x="292" y="382"/>
                </a:cubicBezTo>
                <a:cubicBezTo>
                  <a:pt x="292" y="355"/>
                  <a:pt x="266" y="328"/>
                  <a:pt x="239" y="328"/>
                </a:cubicBezTo>
                <a:close/>
                <a:moveTo>
                  <a:pt x="133" y="275"/>
                </a:moveTo>
                <a:lnTo>
                  <a:pt x="133" y="275"/>
                </a:lnTo>
                <a:cubicBezTo>
                  <a:pt x="168" y="311"/>
                  <a:pt x="168" y="311"/>
                  <a:pt x="168" y="311"/>
                </a:cubicBezTo>
                <a:cubicBezTo>
                  <a:pt x="204" y="275"/>
                  <a:pt x="266" y="275"/>
                  <a:pt x="310" y="311"/>
                </a:cubicBezTo>
                <a:cubicBezTo>
                  <a:pt x="345" y="275"/>
                  <a:pt x="345" y="275"/>
                  <a:pt x="345" y="275"/>
                </a:cubicBezTo>
                <a:cubicBezTo>
                  <a:pt x="283" y="222"/>
                  <a:pt x="195" y="222"/>
                  <a:pt x="133" y="275"/>
                </a:cubicBezTo>
                <a:close/>
                <a:moveTo>
                  <a:pt x="62" y="204"/>
                </a:moveTo>
                <a:lnTo>
                  <a:pt x="62" y="204"/>
                </a:lnTo>
                <a:cubicBezTo>
                  <a:pt x="98" y="240"/>
                  <a:pt x="98" y="240"/>
                  <a:pt x="98" y="240"/>
                </a:cubicBezTo>
                <a:cubicBezTo>
                  <a:pt x="177" y="169"/>
                  <a:pt x="301" y="169"/>
                  <a:pt x="381" y="240"/>
                </a:cubicBezTo>
                <a:cubicBezTo>
                  <a:pt x="417" y="204"/>
                  <a:pt x="417" y="204"/>
                  <a:pt x="417" y="204"/>
                </a:cubicBezTo>
                <a:cubicBezTo>
                  <a:pt x="319" y="107"/>
                  <a:pt x="160" y="107"/>
                  <a:pt x="62" y="204"/>
                </a:cubicBezTo>
                <a:close/>
                <a:moveTo>
                  <a:pt x="0" y="134"/>
                </a:moveTo>
                <a:lnTo>
                  <a:pt x="0" y="134"/>
                </a:lnTo>
                <a:cubicBezTo>
                  <a:pt x="26" y="169"/>
                  <a:pt x="26" y="169"/>
                  <a:pt x="26" y="169"/>
                </a:cubicBezTo>
                <a:cubicBezTo>
                  <a:pt x="142" y="54"/>
                  <a:pt x="328" y="54"/>
                  <a:pt x="443" y="169"/>
                </a:cubicBezTo>
                <a:cubicBezTo>
                  <a:pt x="479" y="134"/>
                  <a:pt x="479" y="134"/>
                  <a:pt x="479" y="134"/>
                </a:cubicBezTo>
                <a:cubicBezTo>
                  <a:pt x="345" y="0"/>
                  <a:pt x="133" y="0"/>
                  <a:pt x="0" y="134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81" name="Freeform 44"/>
          <p:cNvSpPr>
            <a:spLocks noChangeArrowheads="1"/>
          </p:cNvSpPr>
          <p:nvPr/>
        </p:nvSpPr>
        <p:spPr bwMode="auto">
          <a:xfrm>
            <a:off x="7364625" y="2891492"/>
            <a:ext cx="264001" cy="335645"/>
          </a:xfrm>
          <a:custGeom>
            <a:avLst/>
            <a:gdLst>
              <a:gd name="T0" fmla="*/ 319 w 355"/>
              <a:gd name="T1" fmla="*/ 177 h 453"/>
              <a:gd name="T2" fmla="*/ 319 w 355"/>
              <a:gd name="T3" fmla="*/ 177 h 453"/>
              <a:gd name="T4" fmla="*/ 275 w 355"/>
              <a:gd name="T5" fmla="*/ 177 h 453"/>
              <a:gd name="T6" fmla="*/ 275 w 355"/>
              <a:gd name="T7" fmla="*/ 115 h 453"/>
              <a:gd name="T8" fmla="*/ 177 w 355"/>
              <a:gd name="T9" fmla="*/ 0 h 453"/>
              <a:gd name="T10" fmla="*/ 79 w 355"/>
              <a:gd name="T11" fmla="*/ 115 h 453"/>
              <a:gd name="T12" fmla="*/ 79 w 355"/>
              <a:gd name="T13" fmla="*/ 124 h 453"/>
              <a:gd name="T14" fmla="*/ 124 w 355"/>
              <a:gd name="T15" fmla="*/ 124 h 453"/>
              <a:gd name="T16" fmla="*/ 124 w 355"/>
              <a:gd name="T17" fmla="*/ 106 h 453"/>
              <a:gd name="T18" fmla="*/ 177 w 355"/>
              <a:gd name="T19" fmla="*/ 53 h 453"/>
              <a:gd name="T20" fmla="*/ 230 w 355"/>
              <a:gd name="T21" fmla="*/ 106 h 453"/>
              <a:gd name="T22" fmla="*/ 230 w 355"/>
              <a:gd name="T23" fmla="*/ 177 h 453"/>
              <a:gd name="T24" fmla="*/ 26 w 355"/>
              <a:gd name="T25" fmla="*/ 177 h 453"/>
              <a:gd name="T26" fmla="*/ 0 w 355"/>
              <a:gd name="T27" fmla="*/ 204 h 453"/>
              <a:gd name="T28" fmla="*/ 0 w 355"/>
              <a:gd name="T29" fmla="*/ 399 h 453"/>
              <a:gd name="T30" fmla="*/ 26 w 355"/>
              <a:gd name="T31" fmla="*/ 434 h 453"/>
              <a:gd name="T32" fmla="*/ 53 w 355"/>
              <a:gd name="T33" fmla="*/ 443 h 453"/>
              <a:gd name="T34" fmla="*/ 106 w 355"/>
              <a:gd name="T35" fmla="*/ 452 h 453"/>
              <a:gd name="T36" fmla="*/ 248 w 355"/>
              <a:gd name="T37" fmla="*/ 452 h 453"/>
              <a:gd name="T38" fmla="*/ 301 w 355"/>
              <a:gd name="T39" fmla="*/ 443 h 453"/>
              <a:gd name="T40" fmla="*/ 328 w 355"/>
              <a:gd name="T41" fmla="*/ 434 h 453"/>
              <a:gd name="T42" fmla="*/ 354 w 355"/>
              <a:gd name="T43" fmla="*/ 399 h 453"/>
              <a:gd name="T44" fmla="*/ 354 w 355"/>
              <a:gd name="T45" fmla="*/ 204 h 453"/>
              <a:gd name="T46" fmla="*/ 319 w 355"/>
              <a:gd name="T47" fmla="*/ 177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5" h="453">
                <a:moveTo>
                  <a:pt x="319" y="177"/>
                </a:moveTo>
                <a:lnTo>
                  <a:pt x="319" y="177"/>
                </a:lnTo>
                <a:cubicBezTo>
                  <a:pt x="275" y="177"/>
                  <a:pt x="275" y="177"/>
                  <a:pt x="275" y="177"/>
                </a:cubicBezTo>
                <a:cubicBezTo>
                  <a:pt x="275" y="115"/>
                  <a:pt x="275" y="115"/>
                  <a:pt x="275" y="115"/>
                </a:cubicBezTo>
                <a:cubicBezTo>
                  <a:pt x="275" y="44"/>
                  <a:pt x="238" y="0"/>
                  <a:pt x="177" y="0"/>
                </a:cubicBezTo>
                <a:cubicBezTo>
                  <a:pt x="106" y="0"/>
                  <a:pt x="79" y="44"/>
                  <a:pt x="79" y="115"/>
                </a:cubicBezTo>
                <a:cubicBezTo>
                  <a:pt x="79" y="124"/>
                  <a:pt x="79" y="124"/>
                  <a:pt x="79" y="124"/>
                </a:cubicBezTo>
                <a:cubicBezTo>
                  <a:pt x="124" y="124"/>
                  <a:pt x="124" y="124"/>
                  <a:pt x="124" y="124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71"/>
                  <a:pt x="150" y="53"/>
                  <a:pt x="177" y="53"/>
                </a:cubicBezTo>
                <a:cubicBezTo>
                  <a:pt x="203" y="53"/>
                  <a:pt x="230" y="71"/>
                  <a:pt x="230" y="106"/>
                </a:cubicBezTo>
                <a:cubicBezTo>
                  <a:pt x="230" y="177"/>
                  <a:pt x="230" y="177"/>
                  <a:pt x="230" y="177"/>
                </a:cubicBezTo>
                <a:cubicBezTo>
                  <a:pt x="26" y="177"/>
                  <a:pt x="26" y="177"/>
                  <a:pt x="26" y="177"/>
                </a:cubicBezTo>
                <a:cubicBezTo>
                  <a:pt x="17" y="177"/>
                  <a:pt x="0" y="195"/>
                  <a:pt x="0" y="204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08"/>
                  <a:pt x="17" y="425"/>
                  <a:pt x="26" y="434"/>
                </a:cubicBezTo>
                <a:cubicBezTo>
                  <a:pt x="53" y="443"/>
                  <a:pt x="53" y="443"/>
                  <a:pt x="53" y="443"/>
                </a:cubicBezTo>
                <a:cubicBezTo>
                  <a:pt x="71" y="443"/>
                  <a:pt x="88" y="452"/>
                  <a:pt x="106" y="452"/>
                </a:cubicBezTo>
                <a:cubicBezTo>
                  <a:pt x="248" y="452"/>
                  <a:pt x="248" y="452"/>
                  <a:pt x="248" y="452"/>
                </a:cubicBezTo>
                <a:cubicBezTo>
                  <a:pt x="266" y="452"/>
                  <a:pt x="283" y="443"/>
                  <a:pt x="301" y="443"/>
                </a:cubicBezTo>
                <a:cubicBezTo>
                  <a:pt x="328" y="434"/>
                  <a:pt x="328" y="434"/>
                  <a:pt x="328" y="434"/>
                </a:cubicBezTo>
                <a:cubicBezTo>
                  <a:pt x="336" y="425"/>
                  <a:pt x="354" y="408"/>
                  <a:pt x="354" y="399"/>
                </a:cubicBezTo>
                <a:cubicBezTo>
                  <a:pt x="354" y="204"/>
                  <a:pt x="354" y="204"/>
                  <a:pt x="354" y="204"/>
                </a:cubicBezTo>
                <a:cubicBezTo>
                  <a:pt x="354" y="195"/>
                  <a:pt x="336" y="177"/>
                  <a:pt x="319" y="177"/>
                </a:cubicBez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82" name="Freeform 46"/>
          <p:cNvSpPr>
            <a:spLocks noChangeArrowheads="1"/>
          </p:cNvSpPr>
          <p:nvPr/>
        </p:nvSpPr>
        <p:spPr bwMode="auto">
          <a:xfrm>
            <a:off x="3683326" y="2132856"/>
            <a:ext cx="342515" cy="326812"/>
          </a:xfrm>
          <a:custGeom>
            <a:avLst/>
            <a:gdLst>
              <a:gd name="T0" fmla="*/ 363 w 461"/>
              <a:gd name="T1" fmla="*/ 336 h 443"/>
              <a:gd name="T2" fmla="*/ 363 w 461"/>
              <a:gd name="T3" fmla="*/ 336 h 443"/>
              <a:gd name="T4" fmla="*/ 284 w 461"/>
              <a:gd name="T5" fmla="*/ 248 h 443"/>
              <a:gd name="T6" fmla="*/ 310 w 461"/>
              <a:gd name="T7" fmla="*/ 195 h 443"/>
              <a:gd name="T8" fmla="*/ 328 w 461"/>
              <a:gd name="T9" fmla="*/ 151 h 443"/>
              <a:gd name="T10" fmla="*/ 319 w 461"/>
              <a:gd name="T11" fmla="*/ 132 h 443"/>
              <a:gd name="T12" fmla="*/ 328 w 461"/>
              <a:gd name="T13" fmla="*/ 88 h 443"/>
              <a:gd name="T14" fmla="*/ 230 w 461"/>
              <a:gd name="T15" fmla="*/ 0 h 443"/>
              <a:gd name="T16" fmla="*/ 132 w 461"/>
              <a:gd name="T17" fmla="*/ 88 h 443"/>
              <a:gd name="T18" fmla="*/ 141 w 461"/>
              <a:gd name="T19" fmla="*/ 132 h 443"/>
              <a:gd name="T20" fmla="*/ 132 w 461"/>
              <a:gd name="T21" fmla="*/ 151 h 443"/>
              <a:gd name="T22" fmla="*/ 150 w 461"/>
              <a:gd name="T23" fmla="*/ 195 h 443"/>
              <a:gd name="T24" fmla="*/ 177 w 461"/>
              <a:gd name="T25" fmla="*/ 248 h 443"/>
              <a:gd name="T26" fmla="*/ 97 w 461"/>
              <a:gd name="T27" fmla="*/ 336 h 443"/>
              <a:gd name="T28" fmla="*/ 0 w 461"/>
              <a:gd name="T29" fmla="*/ 398 h 443"/>
              <a:gd name="T30" fmla="*/ 0 w 461"/>
              <a:gd name="T31" fmla="*/ 442 h 443"/>
              <a:gd name="T32" fmla="*/ 230 w 461"/>
              <a:gd name="T33" fmla="*/ 442 h 443"/>
              <a:gd name="T34" fmla="*/ 460 w 461"/>
              <a:gd name="T35" fmla="*/ 442 h 443"/>
              <a:gd name="T36" fmla="*/ 460 w 461"/>
              <a:gd name="T37" fmla="*/ 398 h 443"/>
              <a:gd name="T38" fmla="*/ 363 w 461"/>
              <a:gd name="T39" fmla="*/ 336 h 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61" h="443">
                <a:moveTo>
                  <a:pt x="363" y="336"/>
                </a:moveTo>
                <a:lnTo>
                  <a:pt x="363" y="336"/>
                </a:lnTo>
                <a:cubicBezTo>
                  <a:pt x="301" y="310"/>
                  <a:pt x="284" y="292"/>
                  <a:pt x="284" y="248"/>
                </a:cubicBezTo>
                <a:cubicBezTo>
                  <a:pt x="284" y="230"/>
                  <a:pt x="301" y="239"/>
                  <a:pt x="310" y="195"/>
                </a:cubicBezTo>
                <a:cubicBezTo>
                  <a:pt x="310" y="176"/>
                  <a:pt x="328" y="195"/>
                  <a:pt x="328" y="151"/>
                </a:cubicBezTo>
                <a:cubicBezTo>
                  <a:pt x="328" y="132"/>
                  <a:pt x="319" y="132"/>
                  <a:pt x="319" y="132"/>
                </a:cubicBezTo>
                <a:cubicBezTo>
                  <a:pt x="319" y="132"/>
                  <a:pt x="328" y="106"/>
                  <a:pt x="328" y="88"/>
                </a:cubicBezTo>
                <a:cubicBezTo>
                  <a:pt x="328" y="61"/>
                  <a:pt x="319" y="0"/>
                  <a:pt x="230" y="0"/>
                </a:cubicBezTo>
                <a:cubicBezTo>
                  <a:pt x="141" y="0"/>
                  <a:pt x="132" y="61"/>
                  <a:pt x="132" y="88"/>
                </a:cubicBezTo>
                <a:cubicBezTo>
                  <a:pt x="132" y="106"/>
                  <a:pt x="141" y="132"/>
                  <a:pt x="141" y="132"/>
                </a:cubicBezTo>
                <a:cubicBezTo>
                  <a:pt x="141" y="132"/>
                  <a:pt x="132" y="132"/>
                  <a:pt x="132" y="151"/>
                </a:cubicBezTo>
                <a:cubicBezTo>
                  <a:pt x="132" y="195"/>
                  <a:pt x="150" y="176"/>
                  <a:pt x="150" y="195"/>
                </a:cubicBezTo>
                <a:cubicBezTo>
                  <a:pt x="159" y="239"/>
                  <a:pt x="177" y="230"/>
                  <a:pt x="177" y="248"/>
                </a:cubicBezTo>
                <a:cubicBezTo>
                  <a:pt x="177" y="292"/>
                  <a:pt x="159" y="310"/>
                  <a:pt x="97" y="336"/>
                </a:cubicBezTo>
                <a:cubicBezTo>
                  <a:pt x="35" y="354"/>
                  <a:pt x="0" y="380"/>
                  <a:pt x="0" y="398"/>
                </a:cubicBezTo>
                <a:cubicBezTo>
                  <a:pt x="0" y="407"/>
                  <a:pt x="0" y="442"/>
                  <a:pt x="0" y="442"/>
                </a:cubicBezTo>
                <a:cubicBezTo>
                  <a:pt x="230" y="442"/>
                  <a:pt x="230" y="442"/>
                  <a:pt x="230" y="442"/>
                </a:cubicBezTo>
                <a:cubicBezTo>
                  <a:pt x="460" y="442"/>
                  <a:pt x="460" y="442"/>
                  <a:pt x="460" y="442"/>
                </a:cubicBezTo>
                <a:cubicBezTo>
                  <a:pt x="460" y="442"/>
                  <a:pt x="460" y="407"/>
                  <a:pt x="460" y="398"/>
                </a:cubicBezTo>
                <a:cubicBezTo>
                  <a:pt x="460" y="380"/>
                  <a:pt x="425" y="354"/>
                  <a:pt x="363" y="336"/>
                </a:cubicBez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83" name="Freeform 47"/>
          <p:cNvSpPr>
            <a:spLocks noChangeArrowheads="1"/>
          </p:cNvSpPr>
          <p:nvPr/>
        </p:nvSpPr>
        <p:spPr bwMode="auto">
          <a:xfrm>
            <a:off x="4405650" y="2140707"/>
            <a:ext cx="366069" cy="321905"/>
          </a:xfrm>
          <a:custGeom>
            <a:avLst/>
            <a:gdLst>
              <a:gd name="T0" fmla="*/ 497 w 498"/>
              <a:gd name="T1" fmla="*/ 434 h 435"/>
              <a:gd name="T2" fmla="*/ 497 w 498"/>
              <a:gd name="T3" fmla="*/ 434 h 435"/>
              <a:gd name="T4" fmla="*/ 487 w 498"/>
              <a:gd name="T5" fmla="*/ 328 h 435"/>
              <a:gd name="T6" fmla="*/ 425 w 498"/>
              <a:gd name="T7" fmla="*/ 293 h 435"/>
              <a:gd name="T8" fmla="*/ 372 w 498"/>
              <a:gd name="T9" fmla="*/ 231 h 435"/>
              <a:gd name="T10" fmla="*/ 390 w 498"/>
              <a:gd name="T11" fmla="*/ 196 h 435"/>
              <a:gd name="T12" fmla="*/ 408 w 498"/>
              <a:gd name="T13" fmla="*/ 159 h 435"/>
              <a:gd name="T14" fmla="*/ 399 w 498"/>
              <a:gd name="T15" fmla="*/ 151 h 435"/>
              <a:gd name="T16" fmla="*/ 408 w 498"/>
              <a:gd name="T17" fmla="*/ 115 h 435"/>
              <a:gd name="T18" fmla="*/ 346 w 498"/>
              <a:gd name="T19" fmla="*/ 62 h 435"/>
              <a:gd name="T20" fmla="*/ 284 w 498"/>
              <a:gd name="T21" fmla="*/ 115 h 435"/>
              <a:gd name="T22" fmla="*/ 293 w 498"/>
              <a:gd name="T23" fmla="*/ 151 h 435"/>
              <a:gd name="T24" fmla="*/ 284 w 498"/>
              <a:gd name="T25" fmla="*/ 159 h 435"/>
              <a:gd name="T26" fmla="*/ 302 w 498"/>
              <a:gd name="T27" fmla="*/ 196 h 435"/>
              <a:gd name="T28" fmla="*/ 311 w 498"/>
              <a:gd name="T29" fmla="*/ 231 h 435"/>
              <a:gd name="T30" fmla="*/ 293 w 498"/>
              <a:gd name="T31" fmla="*/ 275 h 435"/>
              <a:gd name="T32" fmla="*/ 381 w 498"/>
              <a:gd name="T33" fmla="*/ 364 h 435"/>
              <a:gd name="T34" fmla="*/ 381 w 498"/>
              <a:gd name="T35" fmla="*/ 434 h 435"/>
              <a:gd name="T36" fmla="*/ 497 w 498"/>
              <a:gd name="T37" fmla="*/ 434 h 435"/>
              <a:gd name="T38" fmla="*/ 258 w 498"/>
              <a:gd name="T39" fmla="*/ 302 h 435"/>
              <a:gd name="T40" fmla="*/ 258 w 498"/>
              <a:gd name="T41" fmla="*/ 302 h 435"/>
              <a:gd name="T42" fmla="*/ 187 w 498"/>
              <a:gd name="T43" fmla="*/ 231 h 435"/>
              <a:gd name="T44" fmla="*/ 213 w 498"/>
              <a:gd name="T45" fmla="*/ 168 h 435"/>
              <a:gd name="T46" fmla="*/ 231 w 498"/>
              <a:gd name="T47" fmla="*/ 133 h 435"/>
              <a:gd name="T48" fmla="*/ 222 w 498"/>
              <a:gd name="T49" fmla="*/ 115 h 435"/>
              <a:gd name="T50" fmla="*/ 231 w 498"/>
              <a:gd name="T51" fmla="*/ 71 h 435"/>
              <a:gd name="T52" fmla="*/ 151 w 498"/>
              <a:gd name="T53" fmla="*/ 0 h 435"/>
              <a:gd name="T54" fmla="*/ 71 w 498"/>
              <a:gd name="T55" fmla="*/ 71 h 435"/>
              <a:gd name="T56" fmla="*/ 71 w 498"/>
              <a:gd name="T57" fmla="*/ 115 h 435"/>
              <a:gd name="T58" fmla="*/ 71 w 498"/>
              <a:gd name="T59" fmla="*/ 133 h 435"/>
              <a:gd name="T60" fmla="*/ 89 w 498"/>
              <a:gd name="T61" fmla="*/ 168 h 435"/>
              <a:gd name="T62" fmla="*/ 107 w 498"/>
              <a:gd name="T63" fmla="*/ 231 h 435"/>
              <a:gd name="T64" fmla="*/ 45 w 498"/>
              <a:gd name="T65" fmla="*/ 302 h 435"/>
              <a:gd name="T66" fmla="*/ 0 w 498"/>
              <a:gd name="T67" fmla="*/ 346 h 435"/>
              <a:gd name="T68" fmla="*/ 0 w 498"/>
              <a:gd name="T69" fmla="*/ 434 h 435"/>
              <a:gd name="T70" fmla="*/ 346 w 498"/>
              <a:gd name="T71" fmla="*/ 434 h 435"/>
              <a:gd name="T72" fmla="*/ 346 w 498"/>
              <a:gd name="T73" fmla="*/ 364 h 435"/>
              <a:gd name="T74" fmla="*/ 258 w 498"/>
              <a:gd name="T75" fmla="*/ 302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98" h="435">
                <a:moveTo>
                  <a:pt x="497" y="434"/>
                </a:moveTo>
                <a:lnTo>
                  <a:pt x="497" y="434"/>
                </a:lnTo>
                <a:cubicBezTo>
                  <a:pt x="497" y="434"/>
                  <a:pt x="497" y="337"/>
                  <a:pt x="487" y="328"/>
                </a:cubicBezTo>
                <a:cubicBezTo>
                  <a:pt x="479" y="319"/>
                  <a:pt x="462" y="302"/>
                  <a:pt x="425" y="293"/>
                </a:cubicBezTo>
                <a:cubicBezTo>
                  <a:pt x="390" y="275"/>
                  <a:pt x="372" y="257"/>
                  <a:pt x="372" y="231"/>
                </a:cubicBezTo>
                <a:cubicBezTo>
                  <a:pt x="372" y="213"/>
                  <a:pt x="390" y="222"/>
                  <a:pt x="390" y="196"/>
                </a:cubicBezTo>
                <a:cubicBezTo>
                  <a:pt x="390" y="178"/>
                  <a:pt x="408" y="196"/>
                  <a:pt x="408" y="159"/>
                </a:cubicBezTo>
                <a:cubicBezTo>
                  <a:pt x="408" y="151"/>
                  <a:pt x="399" y="151"/>
                  <a:pt x="399" y="151"/>
                </a:cubicBezTo>
                <a:cubicBezTo>
                  <a:pt x="399" y="151"/>
                  <a:pt x="408" y="133"/>
                  <a:pt x="408" y="115"/>
                </a:cubicBezTo>
                <a:cubicBezTo>
                  <a:pt x="408" y="98"/>
                  <a:pt x="399" y="62"/>
                  <a:pt x="346" y="62"/>
                </a:cubicBezTo>
                <a:cubicBezTo>
                  <a:pt x="293" y="62"/>
                  <a:pt x="284" y="98"/>
                  <a:pt x="284" y="115"/>
                </a:cubicBezTo>
                <a:cubicBezTo>
                  <a:pt x="284" y="133"/>
                  <a:pt x="293" y="151"/>
                  <a:pt x="293" y="151"/>
                </a:cubicBezTo>
                <a:cubicBezTo>
                  <a:pt x="293" y="151"/>
                  <a:pt x="284" y="151"/>
                  <a:pt x="284" y="159"/>
                </a:cubicBezTo>
                <a:cubicBezTo>
                  <a:pt x="284" y="196"/>
                  <a:pt x="293" y="178"/>
                  <a:pt x="302" y="196"/>
                </a:cubicBezTo>
                <a:cubicBezTo>
                  <a:pt x="302" y="222"/>
                  <a:pt x="311" y="213"/>
                  <a:pt x="311" y="231"/>
                </a:cubicBezTo>
                <a:cubicBezTo>
                  <a:pt x="311" y="249"/>
                  <a:pt x="311" y="266"/>
                  <a:pt x="293" y="275"/>
                </a:cubicBezTo>
                <a:cubicBezTo>
                  <a:pt x="372" y="319"/>
                  <a:pt x="381" y="319"/>
                  <a:pt x="381" y="364"/>
                </a:cubicBezTo>
                <a:cubicBezTo>
                  <a:pt x="381" y="434"/>
                  <a:pt x="381" y="434"/>
                  <a:pt x="381" y="434"/>
                </a:cubicBezTo>
                <a:lnTo>
                  <a:pt x="497" y="434"/>
                </a:lnTo>
                <a:close/>
                <a:moveTo>
                  <a:pt x="258" y="302"/>
                </a:moveTo>
                <a:lnTo>
                  <a:pt x="258" y="302"/>
                </a:lnTo>
                <a:cubicBezTo>
                  <a:pt x="204" y="284"/>
                  <a:pt x="187" y="266"/>
                  <a:pt x="187" y="231"/>
                </a:cubicBezTo>
                <a:cubicBezTo>
                  <a:pt x="187" y="204"/>
                  <a:pt x="204" y="213"/>
                  <a:pt x="213" y="168"/>
                </a:cubicBezTo>
                <a:cubicBezTo>
                  <a:pt x="213" y="159"/>
                  <a:pt x="231" y="168"/>
                  <a:pt x="231" y="133"/>
                </a:cubicBezTo>
                <a:cubicBezTo>
                  <a:pt x="231" y="115"/>
                  <a:pt x="222" y="115"/>
                  <a:pt x="222" y="115"/>
                </a:cubicBezTo>
                <a:cubicBezTo>
                  <a:pt x="222" y="115"/>
                  <a:pt x="222" y="89"/>
                  <a:pt x="231" y="71"/>
                </a:cubicBezTo>
                <a:cubicBezTo>
                  <a:pt x="231" y="53"/>
                  <a:pt x="213" y="0"/>
                  <a:pt x="151" y="0"/>
                </a:cubicBezTo>
                <a:cubicBezTo>
                  <a:pt x="80" y="0"/>
                  <a:pt x="71" y="53"/>
                  <a:pt x="71" y="71"/>
                </a:cubicBezTo>
                <a:cubicBezTo>
                  <a:pt x="71" y="89"/>
                  <a:pt x="71" y="115"/>
                  <a:pt x="71" y="115"/>
                </a:cubicBezTo>
                <a:cubicBezTo>
                  <a:pt x="71" y="115"/>
                  <a:pt x="71" y="115"/>
                  <a:pt x="71" y="133"/>
                </a:cubicBezTo>
                <a:cubicBezTo>
                  <a:pt x="71" y="168"/>
                  <a:pt x="80" y="159"/>
                  <a:pt x="89" y="168"/>
                </a:cubicBezTo>
                <a:cubicBezTo>
                  <a:pt x="89" y="213"/>
                  <a:pt x="107" y="204"/>
                  <a:pt x="107" y="231"/>
                </a:cubicBezTo>
                <a:cubicBezTo>
                  <a:pt x="107" y="266"/>
                  <a:pt x="89" y="284"/>
                  <a:pt x="45" y="302"/>
                </a:cubicBezTo>
                <a:cubicBezTo>
                  <a:pt x="27" y="310"/>
                  <a:pt x="0" y="319"/>
                  <a:pt x="0" y="346"/>
                </a:cubicBezTo>
                <a:cubicBezTo>
                  <a:pt x="0" y="434"/>
                  <a:pt x="0" y="434"/>
                  <a:pt x="0" y="434"/>
                </a:cubicBezTo>
                <a:cubicBezTo>
                  <a:pt x="346" y="434"/>
                  <a:pt x="346" y="434"/>
                  <a:pt x="346" y="434"/>
                </a:cubicBezTo>
                <a:cubicBezTo>
                  <a:pt x="346" y="434"/>
                  <a:pt x="346" y="381"/>
                  <a:pt x="346" y="364"/>
                </a:cubicBezTo>
                <a:cubicBezTo>
                  <a:pt x="346" y="346"/>
                  <a:pt x="302" y="328"/>
                  <a:pt x="258" y="302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84" name="Freeform 48"/>
          <p:cNvSpPr>
            <a:spLocks noChangeArrowheads="1"/>
          </p:cNvSpPr>
          <p:nvPr/>
        </p:nvSpPr>
        <p:spPr bwMode="auto">
          <a:xfrm>
            <a:off x="1487895" y="2172112"/>
            <a:ext cx="329756" cy="248299"/>
          </a:xfrm>
          <a:custGeom>
            <a:avLst/>
            <a:gdLst>
              <a:gd name="T0" fmla="*/ 444 w 445"/>
              <a:gd name="T1" fmla="*/ 336 h 337"/>
              <a:gd name="T2" fmla="*/ 444 w 445"/>
              <a:gd name="T3" fmla="*/ 336 h 337"/>
              <a:gd name="T4" fmla="*/ 178 w 445"/>
              <a:gd name="T5" fmla="*/ 98 h 337"/>
              <a:gd name="T6" fmla="*/ 178 w 445"/>
              <a:gd name="T7" fmla="*/ 0 h 337"/>
              <a:gd name="T8" fmla="*/ 0 w 445"/>
              <a:gd name="T9" fmla="*/ 159 h 337"/>
              <a:gd name="T10" fmla="*/ 178 w 445"/>
              <a:gd name="T11" fmla="*/ 327 h 337"/>
              <a:gd name="T12" fmla="*/ 178 w 445"/>
              <a:gd name="T13" fmla="*/ 221 h 337"/>
              <a:gd name="T14" fmla="*/ 444 w 445"/>
              <a:gd name="T15" fmla="*/ 336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45" h="337">
                <a:moveTo>
                  <a:pt x="444" y="336"/>
                </a:moveTo>
                <a:lnTo>
                  <a:pt x="444" y="336"/>
                </a:lnTo>
                <a:cubicBezTo>
                  <a:pt x="444" y="336"/>
                  <a:pt x="399" y="98"/>
                  <a:pt x="178" y="98"/>
                </a:cubicBezTo>
                <a:cubicBezTo>
                  <a:pt x="178" y="0"/>
                  <a:pt x="178" y="0"/>
                  <a:pt x="178" y="0"/>
                </a:cubicBezTo>
                <a:cubicBezTo>
                  <a:pt x="0" y="159"/>
                  <a:pt x="0" y="159"/>
                  <a:pt x="0" y="159"/>
                </a:cubicBezTo>
                <a:cubicBezTo>
                  <a:pt x="178" y="327"/>
                  <a:pt x="178" y="327"/>
                  <a:pt x="178" y="327"/>
                </a:cubicBezTo>
                <a:cubicBezTo>
                  <a:pt x="178" y="221"/>
                  <a:pt x="178" y="221"/>
                  <a:pt x="178" y="221"/>
                </a:cubicBezTo>
                <a:cubicBezTo>
                  <a:pt x="293" y="221"/>
                  <a:pt x="381" y="230"/>
                  <a:pt x="444" y="336"/>
                </a:cubicBez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85" name="Freeform 49"/>
          <p:cNvSpPr>
            <a:spLocks noChangeArrowheads="1"/>
          </p:cNvSpPr>
          <p:nvPr/>
        </p:nvSpPr>
        <p:spPr bwMode="auto">
          <a:xfrm>
            <a:off x="2956096" y="2172112"/>
            <a:ext cx="329756" cy="248299"/>
          </a:xfrm>
          <a:custGeom>
            <a:avLst/>
            <a:gdLst>
              <a:gd name="T0" fmla="*/ 266 w 444"/>
              <a:gd name="T1" fmla="*/ 221 h 337"/>
              <a:gd name="T2" fmla="*/ 266 w 444"/>
              <a:gd name="T3" fmla="*/ 221 h 337"/>
              <a:gd name="T4" fmla="*/ 266 w 444"/>
              <a:gd name="T5" fmla="*/ 327 h 337"/>
              <a:gd name="T6" fmla="*/ 443 w 444"/>
              <a:gd name="T7" fmla="*/ 159 h 337"/>
              <a:gd name="T8" fmla="*/ 266 w 444"/>
              <a:gd name="T9" fmla="*/ 0 h 337"/>
              <a:gd name="T10" fmla="*/ 266 w 444"/>
              <a:gd name="T11" fmla="*/ 98 h 337"/>
              <a:gd name="T12" fmla="*/ 0 w 444"/>
              <a:gd name="T13" fmla="*/ 336 h 337"/>
              <a:gd name="T14" fmla="*/ 266 w 444"/>
              <a:gd name="T15" fmla="*/ 22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44" h="337">
                <a:moveTo>
                  <a:pt x="266" y="221"/>
                </a:moveTo>
                <a:lnTo>
                  <a:pt x="266" y="221"/>
                </a:lnTo>
                <a:cubicBezTo>
                  <a:pt x="266" y="327"/>
                  <a:pt x="266" y="327"/>
                  <a:pt x="266" y="327"/>
                </a:cubicBezTo>
                <a:cubicBezTo>
                  <a:pt x="443" y="159"/>
                  <a:pt x="443" y="159"/>
                  <a:pt x="443" y="159"/>
                </a:cubicBezTo>
                <a:cubicBezTo>
                  <a:pt x="266" y="0"/>
                  <a:pt x="266" y="0"/>
                  <a:pt x="266" y="0"/>
                </a:cubicBezTo>
                <a:cubicBezTo>
                  <a:pt x="266" y="98"/>
                  <a:pt x="266" y="98"/>
                  <a:pt x="266" y="98"/>
                </a:cubicBezTo>
                <a:cubicBezTo>
                  <a:pt x="45" y="98"/>
                  <a:pt x="0" y="336"/>
                  <a:pt x="0" y="336"/>
                </a:cubicBezTo>
                <a:cubicBezTo>
                  <a:pt x="62" y="230"/>
                  <a:pt x="151" y="221"/>
                  <a:pt x="266" y="221"/>
                </a:cubicBez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86" name="Freeform 53"/>
          <p:cNvSpPr>
            <a:spLocks noChangeArrowheads="1"/>
          </p:cNvSpPr>
          <p:nvPr/>
        </p:nvSpPr>
        <p:spPr bwMode="auto">
          <a:xfrm>
            <a:off x="2202367" y="2172112"/>
            <a:ext cx="369014" cy="248299"/>
          </a:xfrm>
          <a:custGeom>
            <a:avLst/>
            <a:gdLst>
              <a:gd name="T0" fmla="*/ 177 w 497"/>
              <a:gd name="T1" fmla="*/ 70 h 337"/>
              <a:gd name="T2" fmla="*/ 177 w 497"/>
              <a:gd name="T3" fmla="*/ 70 h 337"/>
              <a:gd name="T4" fmla="*/ 177 w 497"/>
              <a:gd name="T5" fmla="*/ 0 h 337"/>
              <a:gd name="T6" fmla="*/ 0 w 497"/>
              <a:gd name="T7" fmla="*/ 159 h 337"/>
              <a:gd name="T8" fmla="*/ 177 w 497"/>
              <a:gd name="T9" fmla="*/ 327 h 337"/>
              <a:gd name="T10" fmla="*/ 177 w 497"/>
              <a:gd name="T11" fmla="*/ 257 h 337"/>
              <a:gd name="T12" fmla="*/ 71 w 497"/>
              <a:gd name="T13" fmla="*/ 159 h 337"/>
              <a:gd name="T14" fmla="*/ 177 w 497"/>
              <a:gd name="T15" fmla="*/ 70 h 337"/>
              <a:gd name="T16" fmla="*/ 301 w 497"/>
              <a:gd name="T17" fmla="*/ 98 h 337"/>
              <a:gd name="T18" fmla="*/ 301 w 497"/>
              <a:gd name="T19" fmla="*/ 98 h 337"/>
              <a:gd name="T20" fmla="*/ 301 w 497"/>
              <a:gd name="T21" fmla="*/ 0 h 337"/>
              <a:gd name="T22" fmla="*/ 124 w 497"/>
              <a:gd name="T23" fmla="*/ 159 h 337"/>
              <a:gd name="T24" fmla="*/ 301 w 497"/>
              <a:gd name="T25" fmla="*/ 327 h 337"/>
              <a:gd name="T26" fmla="*/ 301 w 497"/>
              <a:gd name="T27" fmla="*/ 221 h 337"/>
              <a:gd name="T28" fmla="*/ 496 w 497"/>
              <a:gd name="T29" fmla="*/ 336 h 337"/>
              <a:gd name="T30" fmla="*/ 301 w 497"/>
              <a:gd name="T31" fmla="*/ 98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97" h="337">
                <a:moveTo>
                  <a:pt x="177" y="70"/>
                </a:moveTo>
                <a:lnTo>
                  <a:pt x="177" y="70"/>
                </a:lnTo>
                <a:cubicBezTo>
                  <a:pt x="177" y="0"/>
                  <a:pt x="177" y="0"/>
                  <a:pt x="177" y="0"/>
                </a:cubicBezTo>
                <a:cubicBezTo>
                  <a:pt x="0" y="159"/>
                  <a:pt x="0" y="159"/>
                  <a:pt x="0" y="159"/>
                </a:cubicBezTo>
                <a:cubicBezTo>
                  <a:pt x="177" y="327"/>
                  <a:pt x="177" y="327"/>
                  <a:pt x="177" y="327"/>
                </a:cubicBezTo>
                <a:cubicBezTo>
                  <a:pt x="177" y="257"/>
                  <a:pt x="177" y="257"/>
                  <a:pt x="177" y="257"/>
                </a:cubicBezTo>
                <a:cubicBezTo>
                  <a:pt x="71" y="159"/>
                  <a:pt x="71" y="159"/>
                  <a:pt x="71" y="159"/>
                </a:cubicBezTo>
                <a:lnTo>
                  <a:pt x="177" y="70"/>
                </a:lnTo>
                <a:close/>
                <a:moveTo>
                  <a:pt x="301" y="98"/>
                </a:moveTo>
                <a:lnTo>
                  <a:pt x="301" y="98"/>
                </a:lnTo>
                <a:cubicBezTo>
                  <a:pt x="301" y="0"/>
                  <a:pt x="301" y="0"/>
                  <a:pt x="301" y="0"/>
                </a:cubicBezTo>
                <a:cubicBezTo>
                  <a:pt x="124" y="159"/>
                  <a:pt x="124" y="159"/>
                  <a:pt x="124" y="159"/>
                </a:cubicBezTo>
                <a:cubicBezTo>
                  <a:pt x="301" y="327"/>
                  <a:pt x="301" y="327"/>
                  <a:pt x="301" y="327"/>
                </a:cubicBezTo>
                <a:cubicBezTo>
                  <a:pt x="301" y="221"/>
                  <a:pt x="301" y="221"/>
                  <a:pt x="301" y="221"/>
                </a:cubicBezTo>
                <a:cubicBezTo>
                  <a:pt x="381" y="221"/>
                  <a:pt x="435" y="230"/>
                  <a:pt x="496" y="336"/>
                </a:cubicBezTo>
                <a:cubicBezTo>
                  <a:pt x="496" y="336"/>
                  <a:pt x="488" y="98"/>
                  <a:pt x="301" y="98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87" name="Freeform 61"/>
          <p:cNvSpPr>
            <a:spLocks noChangeArrowheads="1"/>
          </p:cNvSpPr>
          <p:nvPr/>
        </p:nvSpPr>
        <p:spPr bwMode="auto">
          <a:xfrm>
            <a:off x="6623654" y="4417596"/>
            <a:ext cx="277742" cy="214931"/>
          </a:xfrm>
          <a:custGeom>
            <a:avLst/>
            <a:gdLst>
              <a:gd name="T0" fmla="*/ 54 w 374"/>
              <a:gd name="T1" fmla="*/ 221 h 293"/>
              <a:gd name="T2" fmla="*/ 54 w 374"/>
              <a:gd name="T3" fmla="*/ 221 h 293"/>
              <a:gd name="T4" fmla="*/ 248 w 374"/>
              <a:gd name="T5" fmla="*/ 221 h 293"/>
              <a:gd name="T6" fmla="*/ 248 w 374"/>
              <a:gd name="T7" fmla="*/ 292 h 293"/>
              <a:gd name="T8" fmla="*/ 373 w 374"/>
              <a:gd name="T9" fmla="*/ 186 h 293"/>
              <a:gd name="T10" fmla="*/ 248 w 374"/>
              <a:gd name="T11" fmla="*/ 71 h 293"/>
              <a:gd name="T12" fmla="*/ 248 w 374"/>
              <a:gd name="T13" fmla="*/ 150 h 293"/>
              <a:gd name="T14" fmla="*/ 71 w 374"/>
              <a:gd name="T15" fmla="*/ 150 h 293"/>
              <a:gd name="T16" fmla="*/ 71 w 374"/>
              <a:gd name="T17" fmla="*/ 0 h 293"/>
              <a:gd name="T18" fmla="*/ 0 w 374"/>
              <a:gd name="T19" fmla="*/ 0 h 293"/>
              <a:gd name="T20" fmla="*/ 0 w 374"/>
              <a:gd name="T21" fmla="*/ 168 h 293"/>
              <a:gd name="T22" fmla="*/ 54 w 374"/>
              <a:gd name="T23" fmla="*/ 221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74" h="293">
                <a:moveTo>
                  <a:pt x="54" y="221"/>
                </a:moveTo>
                <a:lnTo>
                  <a:pt x="54" y="221"/>
                </a:lnTo>
                <a:cubicBezTo>
                  <a:pt x="248" y="221"/>
                  <a:pt x="248" y="221"/>
                  <a:pt x="248" y="221"/>
                </a:cubicBezTo>
                <a:cubicBezTo>
                  <a:pt x="248" y="292"/>
                  <a:pt x="248" y="292"/>
                  <a:pt x="248" y="292"/>
                </a:cubicBezTo>
                <a:cubicBezTo>
                  <a:pt x="373" y="186"/>
                  <a:pt x="373" y="186"/>
                  <a:pt x="373" y="186"/>
                </a:cubicBezTo>
                <a:cubicBezTo>
                  <a:pt x="248" y="71"/>
                  <a:pt x="248" y="71"/>
                  <a:pt x="248" y="71"/>
                </a:cubicBezTo>
                <a:cubicBezTo>
                  <a:pt x="248" y="150"/>
                  <a:pt x="248" y="150"/>
                  <a:pt x="248" y="150"/>
                </a:cubicBezTo>
                <a:cubicBezTo>
                  <a:pt x="71" y="150"/>
                  <a:pt x="71" y="150"/>
                  <a:pt x="71" y="150"/>
                </a:cubicBezTo>
                <a:cubicBezTo>
                  <a:pt x="71" y="0"/>
                  <a:pt x="71" y="0"/>
                  <a:pt x="7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95"/>
                  <a:pt x="27" y="221"/>
                  <a:pt x="54" y="221"/>
                </a:cubicBez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88" name="Freeform 62"/>
          <p:cNvSpPr>
            <a:spLocks noChangeArrowheads="1"/>
          </p:cNvSpPr>
          <p:nvPr/>
        </p:nvSpPr>
        <p:spPr bwMode="auto">
          <a:xfrm>
            <a:off x="4441963" y="3613815"/>
            <a:ext cx="287555" cy="304239"/>
          </a:xfrm>
          <a:custGeom>
            <a:avLst/>
            <a:gdLst>
              <a:gd name="T0" fmla="*/ 141 w 390"/>
              <a:gd name="T1" fmla="*/ 319 h 409"/>
              <a:gd name="T2" fmla="*/ 141 w 390"/>
              <a:gd name="T3" fmla="*/ 319 h 409"/>
              <a:gd name="T4" fmla="*/ 124 w 390"/>
              <a:gd name="T5" fmla="*/ 345 h 409"/>
              <a:gd name="T6" fmla="*/ 61 w 390"/>
              <a:gd name="T7" fmla="*/ 345 h 409"/>
              <a:gd name="T8" fmla="*/ 44 w 390"/>
              <a:gd name="T9" fmla="*/ 311 h 409"/>
              <a:gd name="T10" fmla="*/ 61 w 390"/>
              <a:gd name="T11" fmla="*/ 283 h 409"/>
              <a:gd name="T12" fmla="*/ 133 w 390"/>
              <a:gd name="T13" fmla="*/ 204 h 409"/>
              <a:gd name="T14" fmla="*/ 195 w 390"/>
              <a:gd name="T15" fmla="*/ 186 h 409"/>
              <a:gd name="T16" fmla="*/ 230 w 390"/>
              <a:gd name="T17" fmla="*/ 186 h 409"/>
              <a:gd name="T18" fmla="*/ 230 w 390"/>
              <a:gd name="T19" fmla="*/ 160 h 409"/>
              <a:gd name="T20" fmla="*/ 97 w 390"/>
              <a:gd name="T21" fmla="*/ 168 h 409"/>
              <a:gd name="T22" fmla="*/ 26 w 390"/>
              <a:gd name="T23" fmla="*/ 248 h 409"/>
              <a:gd name="T24" fmla="*/ 0 w 390"/>
              <a:gd name="T25" fmla="*/ 311 h 409"/>
              <a:gd name="T26" fmla="*/ 26 w 390"/>
              <a:gd name="T27" fmla="*/ 381 h 409"/>
              <a:gd name="T28" fmla="*/ 88 w 390"/>
              <a:gd name="T29" fmla="*/ 408 h 409"/>
              <a:gd name="T30" fmla="*/ 159 w 390"/>
              <a:gd name="T31" fmla="*/ 381 h 409"/>
              <a:gd name="T32" fmla="*/ 177 w 390"/>
              <a:gd name="T33" fmla="*/ 355 h 409"/>
              <a:gd name="T34" fmla="*/ 177 w 390"/>
              <a:gd name="T35" fmla="*/ 319 h 409"/>
              <a:gd name="T36" fmla="*/ 141 w 390"/>
              <a:gd name="T37" fmla="*/ 319 h 409"/>
              <a:gd name="T38" fmla="*/ 363 w 390"/>
              <a:gd name="T39" fmla="*/ 36 h 409"/>
              <a:gd name="T40" fmla="*/ 363 w 390"/>
              <a:gd name="T41" fmla="*/ 36 h 409"/>
              <a:gd name="T42" fmla="*/ 239 w 390"/>
              <a:gd name="T43" fmla="*/ 36 h 409"/>
              <a:gd name="T44" fmla="*/ 212 w 390"/>
              <a:gd name="T45" fmla="*/ 53 h 409"/>
              <a:gd name="T46" fmla="*/ 212 w 390"/>
              <a:gd name="T47" fmla="*/ 89 h 409"/>
              <a:gd name="T48" fmla="*/ 248 w 390"/>
              <a:gd name="T49" fmla="*/ 89 h 409"/>
              <a:gd name="T50" fmla="*/ 274 w 390"/>
              <a:gd name="T51" fmla="*/ 71 h 409"/>
              <a:gd name="T52" fmla="*/ 327 w 390"/>
              <a:gd name="T53" fmla="*/ 71 h 409"/>
              <a:gd name="T54" fmla="*/ 345 w 390"/>
              <a:gd name="T55" fmla="*/ 107 h 409"/>
              <a:gd name="T56" fmla="*/ 327 w 390"/>
              <a:gd name="T57" fmla="*/ 133 h 409"/>
              <a:gd name="T58" fmla="*/ 257 w 390"/>
              <a:gd name="T59" fmla="*/ 213 h 409"/>
              <a:gd name="T60" fmla="*/ 195 w 390"/>
              <a:gd name="T61" fmla="*/ 221 h 409"/>
              <a:gd name="T62" fmla="*/ 159 w 390"/>
              <a:gd name="T63" fmla="*/ 221 h 409"/>
              <a:gd name="T64" fmla="*/ 159 w 390"/>
              <a:gd name="T65" fmla="*/ 257 h 409"/>
              <a:gd name="T66" fmla="*/ 212 w 390"/>
              <a:gd name="T67" fmla="*/ 283 h 409"/>
              <a:gd name="T68" fmla="*/ 283 w 390"/>
              <a:gd name="T69" fmla="*/ 248 h 409"/>
              <a:gd name="T70" fmla="*/ 363 w 390"/>
              <a:gd name="T71" fmla="*/ 168 h 409"/>
              <a:gd name="T72" fmla="*/ 389 w 390"/>
              <a:gd name="T73" fmla="*/ 107 h 409"/>
              <a:gd name="T74" fmla="*/ 363 w 390"/>
              <a:gd name="T75" fmla="*/ 36 h 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90" h="409">
                <a:moveTo>
                  <a:pt x="141" y="319"/>
                </a:moveTo>
                <a:lnTo>
                  <a:pt x="141" y="319"/>
                </a:lnTo>
                <a:cubicBezTo>
                  <a:pt x="124" y="345"/>
                  <a:pt x="124" y="345"/>
                  <a:pt x="124" y="345"/>
                </a:cubicBezTo>
                <a:cubicBezTo>
                  <a:pt x="106" y="364"/>
                  <a:pt x="79" y="364"/>
                  <a:pt x="61" y="345"/>
                </a:cubicBezTo>
                <a:cubicBezTo>
                  <a:pt x="53" y="336"/>
                  <a:pt x="44" y="319"/>
                  <a:pt x="44" y="311"/>
                </a:cubicBezTo>
                <a:cubicBezTo>
                  <a:pt x="44" y="301"/>
                  <a:pt x="53" y="292"/>
                  <a:pt x="61" y="283"/>
                </a:cubicBezTo>
                <a:cubicBezTo>
                  <a:pt x="133" y="204"/>
                  <a:pt x="133" y="204"/>
                  <a:pt x="133" y="204"/>
                </a:cubicBezTo>
                <a:cubicBezTo>
                  <a:pt x="150" y="195"/>
                  <a:pt x="177" y="168"/>
                  <a:pt x="195" y="186"/>
                </a:cubicBezTo>
                <a:cubicBezTo>
                  <a:pt x="204" y="204"/>
                  <a:pt x="221" y="204"/>
                  <a:pt x="230" y="186"/>
                </a:cubicBezTo>
                <a:cubicBezTo>
                  <a:pt x="239" y="177"/>
                  <a:pt x="239" y="168"/>
                  <a:pt x="230" y="160"/>
                </a:cubicBezTo>
                <a:cubicBezTo>
                  <a:pt x="195" y="124"/>
                  <a:pt x="141" y="124"/>
                  <a:pt x="97" y="168"/>
                </a:cubicBezTo>
                <a:cubicBezTo>
                  <a:pt x="26" y="248"/>
                  <a:pt x="26" y="248"/>
                  <a:pt x="26" y="248"/>
                </a:cubicBezTo>
                <a:cubicBezTo>
                  <a:pt x="8" y="266"/>
                  <a:pt x="0" y="283"/>
                  <a:pt x="0" y="311"/>
                </a:cubicBezTo>
                <a:cubicBezTo>
                  <a:pt x="0" y="336"/>
                  <a:pt x="8" y="364"/>
                  <a:pt x="26" y="381"/>
                </a:cubicBezTo>
                <a:cubicBezTo>
                  <a:pt x="44" y="399"/>
                  <a:pt x="70" y="408"/>
                  <a:pt x="88" y="408"/>
                </a:cubicBezTo>
                <a:cubicBezTo>
                  <a:pt x="114" y="408"/>
                  <a:pt x="141" y="399"/>
                  <a:pt x="159" y="381"/>
                </a:cubicBezTo>
                <a:cubicBezTo>
                  <a:pt x="177" y="355"/>
                  <a:pt x="177" y="355"/>
                  <a:pt x="177" y="355"/>
                </a:cubicBezTo>
                <a:cubicBezTo>
                  <a:pt x="186" y="345"/>
                  <a:pt x="186" y="328"/>
                  <a:pt x="177" y="319"/>
                </a:cubicBezTo>
                <a:cubicBezTo>
                  <a:pt x="168" y="311"/>
                  <a:pt x="150" y="311"/>
                  <a:pt x="141" y="319"/>
                </a:cubicBezTo>
                <a:close/>
                <a:moveTo>
                  <a:pt x="363" y="36"/>
                </a:moveTo>
                <a:lnTo>
                  <a:pt x="363" y="36"/>
                </a:lnTo>
                <a:cubicBezTo>
                  <a:pt x="327" y="0"/>
                  <a:pt x="274" y="0"/>
                  <a:pt x="239" y="36"/>
                </a:cubicBezTo>
                <a:cubicBezTo>
                  <a:pt x="212" y="53"/>
                  <a:pt x="212" y="53"/>
                  <a:pt x="212" y="53"/>
                </a:cubicBezTo>
                <a:cubicBezTo>
                  <a:pt x="204" y="71"/>
                  <a:pt x="204" y="80"/>
                  <a:pt x="212" y="89"/>
                </a:cubicBezTo>
                <a:cubicBezTo>
                  <a:pt x="221" y="98"/>
                  <a:pt x="239" y="98"/>
                  <a:pt x="248" y="89"/>
                </a:cubicBezTo>
                <a:cubicBezTo>
                  <a:pt x="274" y="71"/>
                  <a:pt x="274" y="71"/>
                  <a:pt x="274" y="71"/>
                </a:cubicBezTo>
                <a:cubicBezTo>
                  <a:pt x="292" y="53"/>
                  <a:pt x="318" y="53"/>
                  <a:pt x="327" y="71"/>
                </a:cubicBezTo>
                <a:cubicBezTo>
                  <a:pt x="336" y="80"/>
                  <a:pt x="345" y="89"/>
                  <a:pt x="345" y="107"/>
                </a:cubicBezTo>
                <a:cubicBezTo>
                  <a:pt x="345" y="115"/>
                  <a:pt x="336" y="124"/>
                  <a:pt x="327" y="133"/>
                </a:cubicBezTo>
                <a:cubicBezTo>
                  <a:pt x="257" y="213"/>
                  <a:pt x="257" y="213"/>
                  <a:pt x="257" y="213"/>
                </a:cubicBezTo>
                <a:cubicBezTo>
                  <a:pt x="212" y="248"/>
                  <a:pt x="204" y="230"/>
                  <a:pt x="195" y="221"/>
                </a:cubicBezTo>
                <a:cubicBezTo>
                  <a:pt x="186" y="213"/>
                  <a:pt x="168" y="213"/>
                  <a:pt x="159" y="221"/>
                </a:cubicBezTo>
                <a:cubicBezTo>
                  <a:pt x="150" y="230"/>
                  <a:pt x="150" y="248"/>
                  <a:pt x="159" y="257"/>
                </a:cubicBezTo>
                <a:cubicBezTo>
                  <a:pt x="177" y="275"/>
                  <a:pt x="195" y="283"/>
                  <a:pt x="212" y="283"/>
                </a:cubicBezTo>
                <a:cubicBezTo>
                  <a:pt x="239" y="283"/>
                  <a:pt x="265" y="275"/>
                  <a:pt x="283" y="248"/>
                </a:cubicBezTo>
                <a:cubicBezTo>
                  <a:pt x="363" y="168"/>
                  <a:pt x="363" y="168"/>
                  <a:pt x="363" y="168"/>
                </a:cubicBezTo>
                <a:cubicBezTo>
                  <a:pt x="380" y="151"/>
                  <a:pt x="389" y="124"/>
                  <a:pt x="389" y="107"/>
                </a:cubicBezTo>
                <a:cubicBezTo>
                  <a:pt x="389" y="80"/>
                  <a:pt x="380" y="53"/>
                  <a:pt x="363" y="36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89" name="Freeform 64"/>
          <p:cNvSpPr>
            <a:spLocks noChangeArrowheads="1"/>
          </p:cNvSpPr>
          <p:nvPr/>
        </p:nvSpPr>
        <p:spPr bwMode="auto">
          <a:xfrm>
            <a:off x="4423315" y="2873827"/>
            <a:ext cx="329756" cy="321905"/>
          </a:xfrm>
          <a:custGeom>
            <a:avLst/>
            <a:gdLst>
              <a:gd name="T0" fmla="*/ 222 w 444"/>
              <a:gd name="T1" fmla="*/ 0 h 435"/>
              <a:gd name="T2" fmla="*/ 284 w 444"/>
              <a:gd name="T3" fmla="*/ 160 h 435"/>
              <a:gd name="T4" fmla="*/ 443 w 444"/>
              <a:gd name="T5" fmla="*/ 160 h 435"/>
              <a:gd name="T6" fmla="*/ 310 w 444"/>
              <a:gd name="T7" fmla="*/ 257 h 435"/>
              <a:gd name="T8" fmla="*/ 354 w 444"/>
              <a:gd name="T9" fmla="*/ 434 h 435"/>
              <a:gd name="T10" fmla="*/ 222 w 444"/>
              <a:gd name="T11" fmla="*/ 327 h 435"/>
              <a:gd name="T12" fmla="*/ 88 w 444"/>
              <a:gd name="T13" fmla="*/ 434 h 435"/>
              <a:gd name="T14" fmla="*/ 133 w 444"/>
              <a:gd name="T15" fmla="*/ 257 h 435"/>
              <a:gd name="T16" fmla="*/ 0 w 444"/>
              <a:gd name="T17" fmla="*/ 160 h 435"/>
              <a:gd name="T18" fmla="*/ 160 w 444"/>
              <a:gd name="T19" fmla="*/ 160 h 435"/>
              <a:gd name="T20" fmla="*/ 222 w 444"/>
              <a:gd name="T21" fmla="*/ 0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44" h="435">
                <a:moveTo>
                  <a:pt x="222" y="0"/>
                </a:moveTo>
                <a:lnTo>
                  <a:pt x="284" y="160"/>
                </a:lnTo>
                <a:lnTo>
                  <a:pt x="443" y="160"/>
                </a:lnTo>
                <a:lnTo>
                  <a:pt x="310" y="257"/>
                </a:lnTo>
                <a:lnTo>
                  <a:pt x="354" y="434"/>
                </a:lnTo>
                <a:lnTo>
                  <a:pt x="222" y="327"/>
                </a:lnTo>
                <a:lnTo>
                  <a:pt x="88" y="434"/>
                </a:lnTo>
                <a:lnTo>
                  <a:pt x="133" y="257"/>
                </a:lnTo>
                <a:lnTo>
                  <a:pt x="0" y="160"/>
                </a:lnTo>
                <a:lnTo>
                  <a:pt x="160" y="160"/>
                </a:lnTo>
                <a:lnTo>
                  <a:pt x="222" y="0"/>
                </a:ln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90" name="Freeform 66"/>
          <p:cNvSpPr>
            <a:spLocks noChangeArrowheads="1"/>
          </p:cNvSpPr>
          <p:nvPr/>
        </p:nvSpPr>
        <p:spPr bwMode="auto">
          <a:xfrm>
            <a:off x="2215125" y="3593206"/>
            <a:ext cx="343497" cy="342515"/>
          </a:xfrm>
          <a:custGeom>
            <a:avLst/>
            <a:gdLst>
              <a:gd name="T0" fmla="*/ 408 w 462"/>
              <a:gd name="T1" fmla="*/ 54 h 462"/>
              <a:gd name="T2" fmla="*/ 408 w 462"/>
              <a:gd name="T3" fmla="*/ 54 h 462"/>
              <a:gd name="T4" fmla="*/ 292 w 462"/>
              <a:gd name="T5" fmla="*/ 19 h 462"/>
              <a:gd name="T6" fmla="*/ 230 w 462"/>
              <a:gd name="T7" fmla="*/ 80 h 462"/>
              <a:gd name="T8" fmla="*/ 213 w 462"/>
              <a:gd name="T9" fmla="*/ 160 h 462"/>
              <a:gd name="T10" fmla="*/ 8 w 462"/>
              <a:gd name="T11" fmla="*/ 363 h 462"/>
              <a:gd name="T12" fmla="*/ 35 w 462"/>
              <a:gd name="T13" fmla="*/ 426 h 462"/>
              <a:gd name="T14" fmla="*/ 98 w 462"/>
              <a:gd name="T15" fmla="*/ 453 h 462"/>
              <a:gd name="T16" fmla="*/ 301 w 462"/>
              <a:gd name="T17" fmla="*/ 248 h 462"/>
              <a:gd name="T18" fmla="*/ 381 w 462"/>
              <a:gd name="T19" fmla="*/ 231 h 462"/>
              <a:gd name="T20" fmla="*/ 443 w 462"/>
              <a:gd name="T21" fmla="*/ 169 h 462"/>
              <a:gd name="T22" fmla="*/ 408 w 462"/>
              <a:gd name="T23" fmla="*/ 54 h 462"/>
              <a:gd name="T24" fmla="*/ 186 w 462"/>
              <a:gd name="T25" fmla="*/ 257 h 462"/>
              <a:gd name="T26" fmla="*/ 186 w 462"/>
              <a:gd name="T27" fmla="*/ 257 h 462"/>
              <a:gd name="T28" fmla="*/ 195 w 462"/>
              <a:gd name="T29" fmla="*/ 222 h 462"/>
              <a:gd name="T30" fmla="*/ 230 w 462"/>
              <a:gd name="T31" fmla="*/ 213 h 462"/>
              <a:gd name="T32" fmla="*/ 221 w 462"/>
              <a:gd name="T33" fmla="*/ 248 h 462"/>
              <a:gd name="T34" fmla="*/ 186 w 462"/>
              <a:gd name="T35" fmla="*/ 257 h 462"/>
              <a:gd name="T36" fmla="*/ 354 w 462"/>
              <a:gd name="T37" fmla="*/ 116 h 462"/>
              <a:gd name="T38" fmla="*/ 354 w 462"/>
              <a:gd name="T39" fmla="*/ 116 h 462"/>
              <a:gd name="T40" fmla="*/ 310 w 462"/>
              <a:gd name="T41" fmla="*/ 36 h 462"/>
              <a:gd name="T42" fmla="*/ 390 w 462"/>
              <a:gd name="T43" fmla="*/ 72 h 462"/>
              <a:gd name="T44" fmla="*/ 425 w 462"/>
              <a:gd name="T45" fmla="*/ 151 h 462"/>
              <a:gd name="T46" fmla="*/ 354 w 462"/>
              <a:gd name="T47" fmla="*/ 116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62" h="462">
                <a:moveTo>
                  <a:pt x="408" y="54"/>
                </a:moveTo>
                <a:lnTo>
                  <a:pt x="408" y="54"/>
                </a:lnTo>
                <a:cubicBezTo>
                  <a:pt x="363" y="19"/>
                  <a:pt x="310" y="0"/>
                  <a:pt x="292" y="19"/>
                </a:cubicBezTo>
                <a:cubicBezTo>
                  <a:pt x="230" y="80"/>
                  <a:pt x="230" y="80"/>
                  <a:pt x="230" y="80"/>
                </a:cubicBezTo>
                <a:cubicBezTo>
                  <a:pt x="221" y="89"/>
                  <a:pt x="213" y="125"/>
                  <a:pt x="213" y="160"/>
                </a:cubicBezTo>
                <a:cubicBezTo>
                  <a:pt x="8" y="363"/>
                  <a:pt x="8" y="363"/>
                  <a:pt x="8" y="363"/>
                </a:cubicBezTo>
                <a:cubicBezTo>
                  <a:pt x="0" y="372"/>
                  <a:pt x="8" y="408"/>
                  <a:pt x="35" y="426"/>
                </a:cubicBezTo>
                <a:cubicBezTo>
                  <a:pt x="62" y="453"/>
                  <a:pt x="89" y="461"/>
                  <a:pt x="98" y="453"/>
                </a:cubicBezTo>
                <a:cubicBezTo>
                  <a:pt x="301" y="248"/>
                  <a:pt x="301" y="248"/>
                  <a:pt x="301" y="248"/>
                </a:cubicBezTo>
                <a:cubicBezTo>
                  <a:pt x="336" y="248"/>
                  <a:pt x="372" y="240"/>
                  <a:pt x="381" y="231"/>
                </a:cubicBezTo>
                <a:cubicBezTo>
                  <a:pt x="443" y="169"/>
                  <a:pt x="443" y="169"/>
                  <a:pt x="443" y="169"/>
                </a:cubicBezTo>
                <a:cubicBezTo>
                  <a:pt x="461" y="151"/>
                  <a:pt x="452" y="98"/>
                  <a:pt x="408" y="54"/>
                </a:cubicBezTo>
                <a:close/>
                <a:moveTo>
                  <a:pt x="186" y="257"/>
                </a:moveTo>
                <a:lnTo>
                  <a:pt x="186" y="257"/>
                </a:lnTo>
                <a:cubicBezTo>
                  <a:pt x="177" y="248"/>
                  <a:pt x="177" y="231"/>
                  <a:pt x="195" y="222"/>
                </a:cubicBezTo>
                <a:cubicBezTo>
                  <a:pt x="204" y="204"/>
                  <a:pt x="221" y="204"/>
                  <a:pt x="230" y="213"/>
                </a:cubicBezTo>
                <a:cubicBezTo>
                  <a:pt x="239" y="222"/>
                  <a:pt x="239" y="240"/>
                  <a:pt x="221" y="248"/>
                </a:cubicBezTo>
                <a:cubicBezTo>
                  <a:pt x="213" y="266"/>
                  <a:pt x="195" y="266"/>
                  <a:pt x="186" y="257"/>
                </a:cubicBezTo>
                <a:close/>
                <a:moveTo>
                  <a:pt x="354" y="116"/>
                </a:moveTo>
                <a:lnTo>
                  <a:pt x="354" y="116"/>
                </a:lnTo>
                <a:cubicBezTo>
                  <a:pt x="319" y="80"/>
                  <a:pt x="310" y="36"/>
                  <a:pt x="310" y="36"/>
                </a:cubicBezTo>
                <a:cubicBezTo>
                  <a:pt x="319" y="27"/>
                  <a:pt x="354" y="44"/>
                  <a:pt x="390" y="72"/>
                </a:cubicBezTo>
                <a:cubicBezTo>
                  <a:pt x="425" y="107"/>
                  <a:pt x="434" y="142"/>
                  <a:pt x="425" y="151"/>
                </a:cubicBezTo>
                <a:cubicBezTo>
                  <a:pt x="425" y="151"/>
                  <a:pt x="381" y="142"/>
                  <a:pt x="354" y="116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91" name="Freeform 68"/>
          <p:cNvSpPr>
            <a:spLocks noChangeArrowheads="1"/>
          </p:cNvSpPr>
          <p:nvPr/>
        </p:nvSpPr>
        <p:spPr bwMode="auto">
          <a:xfrm>
            <a:off x="3696085" y="3601056"/>
            <a:ext cx="316997" cy="342515"/>
          </a:xfrm>
          <a:custGeom>
            <a:avLst/>
            <a:gdLst>
              <a:gd name="T0" fmla="*/ 327 w 426"/>
              <a:gd name="T1" fmla="*/ 186 h 462"/>
              <a:gd name="T2" fmla="*/ 327 w 426"/>
              <a:gd name="T3" fmla="*/ 186 h 462"/>
              <a:gd name="T4" fmla="*/ 150 w 426"/>
              <a:gd name="T5" fmla="*/ 18 h 462"/>
              <a:gd name="T6" fmla="*/ 97 w 426"/>
              <a:gd name="T7" fmla="*/ 10 h 462"/>
              <a:gd name="T8" fmla="*/ 70 w 426"/>
              <a:gd name="T9" fmla="*/ 54 h 462"/>
              <a:gd name="T10" fmla="*/ 35 w 426"/>
              <a:gd name="T11" fmla="*/ 293 h 462"/>
              <a:gd name="T12" fmla="*/ 26 w 426"/>
              <a:gd name="T13" fmla="*/ 408 h 462"/>
              <a:gd name="T14" fmla="*/ 248 w 426"/>
              <a:gd name="T15" fmla="*/ 417 h 462"/>
              <a:gd name="T16" fmla="*/ 407 w 426"/>
              <a:gd name="T17" fmla="*/ 266 h 462"/>
              <a:gd name="T18" fmla="*/ 327 w 426"/>
              <a:gd name="T19" fmla="*/ 186 h 462"/>
              <a:gd name="T20" fmla="*/ 238 w 426"/>
              <a:gd name="T21" fmla="*/ 391 h 462"/>
              <a:gd name="T22" fmla="*/ 238 w 426"/>
              <a:gd name="T23" fmla="*/ 391 h 462"/>
              <a:gd name="T24" fmla="*/ 53 w 426"/>
              <a:gd name="T25" fmla="*/ 391 h 462"/>
              <a:gd name="T26" fmla="*/ 194 w 426"/>
              <a:gd name="T27" fmla="*/ 284 h 462"/>
              <a:gd name="T28" fmla="*/ 372 w 426"/>
              <a:gd name="T29" fmla="*/ 275 h 462"/>
              <a:gd name="T30" fmla="*/ 238 w 426"/>
              <a:gd name="T31" fmla="*/ 391 h 462"/>
              <a:gd name="T32" fmla="*/ 203 w 426"/>
              <a:gd name="T33" fmla="*/ 301 h 462"/>
              <a:gd name="T34" fmla="*/ 203 w 426"/>
              <a:gd name="T35" fmla="*/ 301 h 462"/>
              <a:gd name="T36" fmla="*/ 97 w 426"/>
              <a:gd name="T37" fmla="*/ 363 h 462"/>
              <a:gd name="T38" fmla="*/ 167 w 426"/>
              <a:gd name="T39" fmla="*/ 363 h 462"/>
              <a:gd name="T40" fmla="*/ 221 w 426"/>
              <a:gd name="T41" fmla="*/ 293 h 462"/>
              <a:gd name="T42" fmla="*/ 221 w 426"/>
              <a:gd name="T43" fmla="*/ 293 h 462"/>
              <a:gd name="T44" fmla="*/ 203 w 426"/>
              <a:gd name="T45" fmla="*/ 301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26" h="462">
                <a:moveTo>
                  <a:pt x="327" y="186"/>
                </a:moveTo>
                <a:lnTo>
                  <a:pt x="327" y="186"/>
                </a:lnTo>
                <a:cubicBezTo>
                  <a:pt x="274" y="63"/>
                  <a:pt x="238" y="18"/>
                  <a:pt x="150" y="18"/>
                </a:cubicBezTo>
                <a:cubicBezTo>
                  <a:pt x="114" y="18"/>
                  <a:pt x="123" y="0"/>
                  <a:pt x="97" y="10"/>
                </a:cubicBezTo>
                <a:cubicBezTo>
                  <a:pt x="70" y="18"/>
                  <a:pt x="97" y="27"/>
                  <a:pt x="70" y="54"/>
                </a:cubicBezTo>
                <a:cubicBezTo>
                  <a:pt x="0" y="107"/>
                  <a:pt x="8" y="169"/>
                  <a:pt x="35" y="293"/>
                </a:cubicBezTo>
                <a:cubicBezTo>
                  <a:pt x="53" y="346"/>
                  <a:pt x="8" y="354"/>
                  <a:pt x="26" y="408"/>
                </a:cubicBezTo>
                <a:cubicBezTo>
                  <a:pt x="35" y="444"/>
                  <a:pt x="141" y="461"/>
                  <a:pt x="248" y="417"/>
                </a:cubicBezTo>
                <a:cubicBezTo>
                  <a:pt x="354" y="382"/>
                  <a:pt x="425" y="301"/>
                  <a:pt x="407" y="266"/>
                </a:cubicBezTo>
                <a:cubicBezTo>
                  <a:pt x="389" y="213"/>
                  <a:pt x="354" y="239"/>
                  <a:pt x="327" y="186"/>
                </a:cubicBezTo>
                <a:close/>
                <a:moveTo>
                  <a:pt x="238" y="391"/>
                </a:moveTo>
                <a:lnTo>
                  <a:pt x="238" y="391"/>
                </a:lnTo>
                <a:cubicBezTo>
                  <a:pt x="141" y="426"/>
                  <a:pt x="61" y="399"/>
                  <a:pt x="53" y="391"/>
                </a:cubicBezTo>
                <a:cubicBezTo>
                  <a:pt x="53" y="382"/>
                  <a:pt x="88" y="319"/>
                  <a:pt x="194" y="284"/>
                </a:cubicBezTo>
                <a:cubicBezTo>
                  <a:pt x="310" y="239"/>
                  <a:pt x="372" y="257"/>
                  <a:pt x="372" y="275"/>
                </a:cubicBezTo>
                <a:cubicBezTo>
                  <a:pt x="380" y="284"/>
                  <a:pt x="336" y="354"/>
                  <a:pt x="238" y="391"/>
                </a:cubicBezTo>
                <a:close/>
                <a:moveTo>
                  <a:pt x="203" y="301"/>
                </a:moveTo>
                <a:lnTo>
                  <a:pt x="203" y="301"/>
                </a:lnTo>
                <a:cubicBezTo>
                  <a:pt x="150" y="319"/>
                  <a:pt x="123" y="337"/>
                  <a:pt x="97" y="363"/>
                </a:cubicBezTo>
                <a:cubicBezTo>
                  <a:pt x="114" y="373"/>
                  <a:pt x="141" y="382"/>
                  <a:pt x="167" y="363"/>
                </a:cubicBezTo>
                <a:cubicBezTo>
                  <a:pt x="212" y="354"/>
                  <a:pt x="230" y="319"/>
                  <a:pt x="221" y="293"/>
                </a:cubicBezTo>
                <a:lnTo>
                  <a:pt x="221" y="293"/>
                </a:lnTo>
                <a:cubicBezTo>
                  <a:pt x="221" y="293"/>
                  <a:pt x="212" y="301"/>
                  <a:pt x="203" y="301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92" name="Freeform 69"/>
          <p:cNvSpPr>
            <a:spLocks noChangeArrowheads="1"/>
          </p:cNvSpPr>
          <p:nvPr/>
        </p:nvSpPr>
        <p:spPr bwMode="auto">
          <a:xfrm>
            <a:off x="2942356" y="3605964"/>
            <a:ext cx="356255" cy="316997"/>
          </a:xfrm>
          <a:custGeom>
            <a:avLst/>
            <a:gdLst>
              <a:gd name="T0" fmla="*/ 26 w 479"/>
              <a:gd name="T1" fmla="*/ 123 h 426"/>
              <a:gd name="T2" fmla="*/ 26 w 479"/>
              <a:gd name="T3" fmla="*/ 123 h 426"/>
              <a:gd name="T4" fmla="*/ 451 w 479"/>
              <a:gd name="T5" fmla="*/ 123 h 426"/>
              <a:gd name="T6" fmla="*/ 451 w 479"/>
              <a:gd name="T7" fmla="*/ 106 h 426"/>
              <a:gd name="T8" fmla="*/ 354 w 479"/>
              <a:gd name="T9" fmla="*/ 79 h 426"/>
              <a:gd name="T10" fmla="*/ 336 w 479"/>
              <a:gd name="T11" fmla="*/ 79 h 426"/>
              <a:gd name="T12" fmla="*/ 336 w 479"/>
              <a:gd name="T13" fmla="*/ 0 h 426"/>
              <a:gd name="T14" fmla="*/ 141 w 479"/>
              <a:gd name="T15" fmla="*/ 0 h 426"/>
              <a:gd name="T16" fmla="*/ 141 w 479"/>
              <a:gd name="T17" fmla="*/ 79 h 426"/>
              <a:gd name="T18" fmla="*/ 124 w 479"/>
              <a:gd name="T19" fmla="*/ 79 h 426"/>
              <a:gd name="T20" fmla="*/ 26 w 479"/>
              <a:gd name="T21" fmla="*/ 106 h 426"/>
              <a:gd name="T22" fmla="*/ 26 w 479"/>
              <a:gd name="T23" fmla="*/ 123 h 426"/>
              <a:gd name="T24" fmla="*/ 451 w 479"/>
              <a:gd name="T25" fmla="*/ 159 h 426"/>
              <a:gd name="T26" fmla="*/ 451 w 479"/>
              <a:gd name="T27" fmla="*/ 159 h 426"/>
              <a:gd name="T28" fmla="*/ 26 w 479"/>
              <a:gd name="T29" fmla="*/ 159 h 426"/>
              <a:gd name="T30" fmla="*/ 0 w 479"/>
              <a:gd name="T31" fmla="*/ 185 h 426"/>
              <a:gd name="T32" fmla="*/ 0 w 479"/>
              <a:gd name="T33" fmla="*/ 274 h 426"/>
              <a:gd name="T34" fmla="*/ 26 w 479"/>
              <a:gd name="T35" fmla="*/ 300 h 426"/>
              <a:gd name="T36" fmla="*/ 71 w 479"/>
              <a:gd name="T37" fmla="*/ 300 h 426"/>
              <a:gd name="T38" fmla="*/ 53 w 479"/>
              <a:gd name="T39" fmla="*/ 425 h 426"/>
              <a:gd name="T40" fmla="*/ 425 w 479"/>
              <a:gd name="T41" fmla="*/ 425 h 426"/>
              <a:gd name="T42" fmla="*/ 407 w 479"/>
              <a:gd name="T43" fmla="*/ 300 h 426"/>
              <a:gd name="T44" fmla="*/ 451 w 479"/>
              <a:gd name="T45" fmla="*/ 300 h 426"/>
              <a:gd name="T46" fmla="*/ 478 w 479"/>
              <a:gd name="T47" fmla="*/ 274 h 426"/>
              <a:gd name="T48" fmla="*/ 478 w 479"/>
              <a:gd name="T49" fmla="*/ 185 h 426"/>
              <a:gd name="T50" fmla="*/ 451 w 479"/>
              <a:gd name="T51" fmla="*/ 159 h 426"/>
              <a:gd name="T52" fmla="*/ 97 w 479"/>
              <a:gd name="T53" fmla="*/ 372 h 426"/>
              <a:gd name="T54" fmla="*/ 97 w 479"/>
              <a:gd name="T55" fmla="*/ 372 h 426"/>
              <a:gd name="T56" fmla="*/ 132 w 479"/>
              <a:gd name="T57" fmla="*/ 212 h 426"/>
              <a:gd name="T58" fmla="*/ 345 w 479"/>
              <a:gd name="T59" fmla="*/ 212 h 426"/>
              <a:gd name="T60" fmla="*/ 381 w 479"/>
              <a:gd name="T61" fmla="*/ 372 h 426"/>
              <a:gd name="T62" fmla="*/ 97 w 479"/>
              <a:gd name="T63" fmla="*/ 372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79" h="426">
                <a:moveTo>
                  <a:pt x="26" y="123"/>
                </a:moveTo>
                <a:lnTo>
                  <a:pt x="26" y="123"/>
                </a:lnTo>
                <a:cubicBezTo>
                  <a:pt x="451" y="123"/>
                  <a:pt x="451" y="123"/>
                  <a:pt x="451" y="123"/>
                </a:cubicBezTo>
                <a:cubicBezTo>
                  <a:pt x="460" y="123"/>
                  <a:pt x="460" y="115"/>
                  <a:pt x="451" y="106"/>
                </a:cubicBezTo>
                <a:cubicBezTo>
                  <a:pt x="451" y="106"/>
                  <a:pt x="372" y="79"/>
                  <a:pt x="354" y="79"/>
                </a:cubicBezTo>
                <a:cubicBezTo>
                  <a:pt x="336" y="79"/>
                  <a:pt x="336" y="79"/>
                  <a:pt x="336" y="79"/>
                </a:cubicBezTo>
                <a:cubicBezTo>
                  <a:pt x="336" y="0"/>
                  <a:pt x="336" y="0"/>
                  <a:pt x="336" y="0"/>
                </a:cubicBezTo>
                <a:cubicBezTo>
                  <a:pt x="141" y="0"/>
                  <a:pt x="141" y="0"/>
                  <a:pt x="141" y="0"/>
                </a:cubicBezTo>
                <a:cubicBezTo>
                  <a:pt x="141" y="79"/>
                  <a:pt x="141" y="79"/>
                  <a:pt x="141" y="79"/>
                </a:cubicBezTo>
                <a:cubicBezTo>
                  <a:pt x="124" y="79"/>
                  <a:pt x="124" y="79"/>
                  <a:pt x="124" y="79"/>
                </a:cubicBezTo>
                <a:cubicBezTo>
                  <a:pt x="106" y="79"/>
                  <a:pt x="26" y="106"/>
                  <a:pt x="26" y="106"/>
                </a:cubicBezTo>
                <a:cubicBezTo>
                  <a:pt x="17" y="115"/>
                  <a:pt x="17" y="123"/>
                  <a:pt x="26" y="123"/>
                </a:cubicBezTo>
                <a:close/>
                <a:moveTo>
                  <a:pt x="451" y="159"/>
                </a:moveTo>
                <a:lnTo>
                  <a:pt x="451" y="159"/>
                </a:lnTo>
                <a:cubicBezTo>
                  <a:pt x="26" y="159"/>
                  <a:pt x="26" y="159"/>
                  <a:pt x="26" y="159"/>
                </a:cubicBezTo>
                <a:cubicBezTo>
                  <a:pt x="8" y="159"/>
                  <a:pt x="0" y="168"/>
                  <a:pt x="0" y="185"/>
                </a:cubicBezTo>
                <a:cubicBezTo>
                  <a:pt x="0" y="274"/>
                  <a:pt x="0" y="274"/>
                  <a:pt x="0" y="274"/>
                </a:cubicBezTo>
                <a:cubicBezTo>
                  <a:pt x="0" y="283"/>
                  <a:pt x="8" y="300"/>
                  <a:pt x="26" y="300"/>
                </a:cubicBezTo>
                <a:cubicBezTo>
                  <a:pt x="71" y="300"/>
                  <a:pt x="71" y="300"/>
                  <a:pt x="71" y="300"/>
                </a:cubicBezTo>
                <a:cubicBezTo>
                  <a:pt x="53" y="425"/>
                  <a:pt x="53" y="425"/>
                  <a:pt x="53" y="425"/>
                </a:cubicBezTo>
                <a:cubicBezTo>
                  <a:pt x="425" y="425"/>
                  <a:pt x="425" y="425"/>
                  <a:pt x="425" y="425"/>
                </a:cubicBezTo>
                <a:cubicBezTo>
                  <a:pt x="407" y="300"/>
                  <a:pt x="407" y="300"/>
                  <a:pt x="407" y="300"/>
                </a:cubicBezTo>
                <a:cubicBezTo>
                  <a:pt x="451" y="300"/>
                  <a:pt x="451" y="300"/>
                  <a:pt x="451" y="300"/>
                </a:cubicBezTo>
                <a:cubicBezTo>
                  <a:pt x="469" y="300"/>
                  <a:pt x="478" y="283"/>
                  <a:pt x="478" y="274"/>
                </a:cubicBezTo>
                <a:cubicBezTo>
                  <a:pt x="478" y="185"/>
                  <a:pt x="478" y="185"/>
                  <a:pt x="478" y="185"/>
                </a:cubicBezTo>
                <a:cubicBezTo>
                  <a:pt x="478" y="168"/>
                  <a:pt x="469" y="159"/>
                  <a:pt x="451" y="159"/>
                </a:cubicBezTo>
                <a:close/>
                <a:moveTo>
                  <a:pt x="97" y="372"/>
                </a:moveTo>
                <a:lnTo>
                  <a:pt x="97" y="372"/>
                </a:lnTo>
                <a:cubicBezTo>
                  <a:pt x="132" y="212"/>
                  <a:pt x="132" y="212"/>
                  <a:pt x="132" y="212"/>
                </a:cubicBezTo>
                <a:cubicBezTo>
                  <a:pt x="345" y="212"/>
                  <a:pt x="345" y="212"/>
                  <a:pt x="345" y="212"/>
                </a:cubicBezTo>
                <a:cubicBezTo>
                  <a:pt x="381" y="372"/>
                  <a:pt x="381" y="372"/>
                  <a:pt x="381" y="372"/>
                </a:cubicBezTo>
                <a:lnTo>
                  <a:pt x="97" y="372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93" name="Freeform 73"/>
          <p:cNvSpPr>
            <a:spLocks noChangeArrowheads="1"/>
          </p:cNvSpPr>
          <p:nvPr/>
        </p:nvSpPr>
        <p:spPr bwMode="auto">
          <a:xfrm>
            <a:off x="5870907" y="4417596"/>
            <a:ext cx="316017" cy="214931"/>
          </a:xfrm>
          <a:custGeom>
            <a:avLst/>
            <a:gdLst>
              <a:gd name="T0" fmla="*/ 372 w 427"/>
              <a:gd name="T1" fmla="*/ 53 h 293"/>
              <a:gd name="T2" fmla="*/ 372 w 427"/>
              <a:gd name="T3" fmla="*/ 53 h 293"/>
              <a:gd name="T4" fmla="*/ 107 w 427"/>
              <a:gd name="T5" fmla="*/ 53 h 293"/>
              <a:gd name="T6" fmla="*/ 107 w 427"/>
              <a:gd name="T7" fmla="*/ 0 h 293"/>
              <a:gd name="T8" fmla="*/ 0 w 427"/>
              <a:gd name="T9" fmla="*/ 89 h 293"/>
              <a:gd name="T10" fmla="*/ 107 w 427"/>
              <a:gd name="T11" fmla="*/ 177 h 293"/>
              <a:gd name="T12" fmla="*/ 107 w 427"/>
              <a:gd name="T13" fmla="*/ 124 h 293"/>
              <a:gd name="T14" fmla="*/ 354 w 427"/>
              <a:gd name="T15" fmla="*/ 124 h 293"/>
              <a:gd name="T16" fmla="*/ 354 w 427"/>
              <a:gd name="T17" fmla="*/ 221 h 293"/>
              <a:gd name="T18" fmla="*/ 27 w 427"/>
              <a:gd name="T19" fmla="*/ 221 h 293"/>
              <a:gd name="T20" fmla="*/ 27 w 427"/>
              <a:gd name="T21" fmla="*/ 292 h 293"/>
              <a:gd name="T22" fmla="*/ 372 w 427"/>
              <a:gd name="T23" fmla="*/ 292 h 293"/>
              <a:gd name="T24" fmla="*/ 426 w 427"/>
              <a:gd name="T25" fmla="*/ 248 h 293"/>
              <a:gd name="T26" fmla="*/ 426 w 427"/>
              <a:gd name="T27" fmla="*/ 97 h 293"/>
              <a:gd name="T28" fmla="*/ 372 w 427"/>
              <a:gd name="T29" fmla="*/ 5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27" h="293">
                <a:moveTo>
                  <a:pt x="372" y="53"/>
                </a:moveTo>
                <a:lnTo>
                  <a:pt x="372" y="53"/>
                </a:lnTo>
                <a:cubicBezTo>
                  <a:pt x="107" y="53"/>
                  <a:pt x="107" y="53"/>
                  <a:pt x="107" y="53"/>
                </a:cubicBezTo>
                <a:cubicBezTo>
                  <a:pt x="107" y="0"/>
                  <a:pt x="107" y="0"/>
                  <a:pt x="107" y="0"/>
                </a:cubicBezTo>
                <a:cubicBezTo>
                  <a:pt x="0" y="89"/>
                  <a:pt x="0" y="89"/>
                  <a:pt x="0" y="89"/>
                </a:cubicBezTo>
                <a:cubicBezTo>
                  <a:pt x="107" y="177"/>
                  <a:pt x="107" y="177"/>
                  <a:pt x="107" y="177"/>
                </a:cubicBezTo>
                <a:cubicBezTo>
                  <a:pt x="107" y="124"/>
                  <a:pt x="107" y="124"/>
                  <a:pt x="107" y="124"/>
                </a:cubicBezTo>
                <a:cubicBezTo>
                  <a:pt x="354" y="124"/>
                  <a:pt x="354" y="124"/>
                  <a:pt x="354" y="124"/>
                </a:cubicBezTo>
                <a:cubicBezTo>
                  <a:pt x="354" y="221"/>
                  <a:pt x="354" y="221"/>
                  <a:pt x="354" y="221"/>
                </a:cubicBezTo>
                <a:cubicBezTo>
                  <a:pt x="27" y="221"/>
                  <a:pt x="27" y="221"/>
                  <a:pt x="27" y="221"/>
                </a:cubicBezTo>
                <a:cubicBezTo>
                  <a:pt x="27" y="292"/>
                  <a:pt x="27" y="292"/>
                  <a:pt x="27" y="292"/>
                </a:cubicBezTo>
                <a:cubicBezTo>
                  <a:pt x="372" y="292"/>
                  <a:pt x="372" y="292"/>
                  <a:pt x="372" y="292"/>
                </a:cubicBezTo>
                <a:cubicBezTo>
                  <a:pt x="399" y="292"/>
                  <a:pt x="426" y="274"/>
                  <a:pt x="426" y="248"/>
                </a:cubicBezTo>
                <a:cubicBezTo>
                  <a:pt x="426" y="97"/>
                  <a:pt x="426" y="97"/>
                  <a:pt x="426" y="97"/>
                </a:cubicBezTo>
                <a:cubicBezTo>
                  <a:pt x="426" y="71"/>
                  <a:pt x="399" y="53"/>
                  <a:pt x="372" y="53"/>
                </a:cubicBez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94" name="Freeform 77"/>
          <p:cNvSpPr>
            <a:spLocks noChangeArrowheads="1"/>
          </p:cNvSpPr>
          <p:nvPr/>
        </p:nvSpPr>
        <p:spPr bwMode="auto">
          <a:xfrm>
            <a:off x="5109327" y="4370488"/>
            <a:ext cx="369014" cy="311110"/>
          </a:xfrm>
          <a:custGeom>
            <a:avLst/>
            <a:gdLst>
              <a:gd name="T0" fmla="*/ 372 w 497"/>
              <a:gd name="T1" fmla="*/ 124 h 418"/>
              <a:gd name="T2" fmla="*/ 372 w 497"/>
              <a:gd name="T3" fmla="*/ 124 h 418"/>
              <a:gd name="T4" fmla="*/ 389 w 497"/>
              <a:gd name="T5" fmla="*/ 124 h 418"/>
              <a:gd name="T6" fmla="*/ 389 w 497"/>
              <a:gd name="T7" fmla="*/ 178 h 418"/>
              <a:gd name="T8" fmla="*/ 496 w 497"/>
              <a:gd name="T9" fmla="*/ 89 h 418"/>
              <a:gd name="T10" fmla="*/ 389 w 497"/>
              <a:gd name="T11" fmla="*/ 0 h 418"/>
              <a:gd name="T12" fmla="*/ 389 w 497"/>
              <a:gd name="T13" fmla="*/ 53 h 418"/>
              <a:gd name="T14" fmla="*/ 372 w 497"/>
              <a:gd name="T15" fmla="*/ 53 h 418"/>
              <a:gd name="T16" fmla="*/ 186 w 497"/>
              <a:gd name="T17" fmla="*/ 187 h 418"/>
              <a:gd name="T18" fmla="*/ 53 w 497"/>
              <a:gd name="T19" fmla="*/ 284 h 418"/>
              <a:gd name="T20" fmla="*/ 0 w 497"/>
              <a:gd name="T21" fmla="*/ 284 h 418"/>
              <a:gd name="T22" fmla="*/ 0 w 497"/>
              <a:gd name="T23" fmla="*/ 355 h 418"/>
              <a:gd name="T24" fmla="*/ 53 w 497"/>
              <a:gd name="T25" fmla="*/ 355 h 418"/>
              <a:gd name="T26" fmla="*/ 239 w 497"/>
              <a:gd name="T27" fmla="*/ 222 h 418"/>
              <a:gd name="T28" fmla="*/ 372 w 497"/>
              <a:gd name="T29" fmla="*/ 124 h 418"/>
              <a:gd name="T30" fmla="*/ 132 w 497"/>
              <a:gd name="T31" fmla="*/ 169 h 418"/>
              <a:gd name="T32" fmla="*/ 132 w 497"/>
              <a:gd name="T33" fmla="*/ 169 h 418"/>
              <a:gd name="T34" fmla="*/ 141 w 497"/>
              <a:gd name="T35" fmla="*/ 152 h 418"/>
              <a:gd name="T36" fmla="*/ 177 w 497"/>
              <a:gd name="T37" fmla="*/ 116 h 418"/>
              <a:gd name="T38" fmla="*/ 53 w 497"/>
              <a:gd name="T39" fmla="*/ 63 h 418"/>
              <a:gd name="T40" fmla="*/ 0 w 497"/>
              <a:gd name="T41" fmla="*/ 63 h 418"/>
              <a:gd name="T42" fmla="*/ 0 w 497"/>
              <a:gd name="T43" fmla="*/ 134 h 418"/>
              <a:gd name="T44" fmla="*/ 53 w 497"/>
              <a:gd name="T45" fmla="*/ 134 h 418"/>
              <a:gd name="T46" fmla="*/ 132 w 497"/>
              <a:gd name="T47" fmla="*/ 169 h 418"/>
              <a:gd name="T48" fmla="*/ 389 w 497"/>
              <a:gd name="T49" fmla="*/ 293 h 418"/>
              <a:gd name="T50" fmla="*/ 389 w 497"/>
              <a:gd name="T51" fmla="*/ 293 h 418"/>
              <a:gd name="T52" fmla="*/ 372 w 497"/>
              <a:gd name="T53" fmla="*/ 293 h 418"/>
              <a:gd name="T54" fmla="*/ 283 w 497"/>
              <a:gd name="T55" fmla="*/ 249 h 418"/>
              <a:gd name="T56" fmla="*/ 283 w 497"/>
              <a:gd name="T57" fmla="*/ 258 h 418"/>
              <a:gd name="T58" fmla="*/ 248 w 497"/>
              <a:gd name="T59" fmla="*/ 302 h 418"/>
              <a:gd name="T60" fmla="*/ 372 w 497"/>
              <a:gd name="T61" fmla="*/ 355 h 418"/>
              <a:gd name="T62" fmla="*/ 389 w 497"/>
              <a:gd name="T63" fmla="*/ 355 h 418"/>
              <a:gd name="T64" fmla="*/ 389 w 497"/>
              <a:gd name="T65" fmla="*/ 417 h 418"/>
              <a:gd name="T66" fmla="*/ 496 w 497"/>
              <a:gd name="T67" fmla="*/ 328 h 418"/>
              <a:gd name="T68" fmla="*/ 389 w 497"/>
              <a:gd name="T69" fmla="*/ 240 h 418"/>
              <a:gd name="T70" fmla="*/ 389 w 497"/>
              <a:gd name="T71" fmla="*/ 293 h 4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7" h="418">
                <a:moveTo>
                  <a:pt x="372" y="124"/>
                </a:moveTo>
                <a:lnTo>
                  <a:pt x="372" y="124"/>
                </a:lnTo>
                <a:cubicBezTo>
                  <a:pt x="389" y="124"/>
                  <a:pt x="389" y="124"/>
                  <a:pt x="389" y="124"/>
                </a:cubicBezTo>
                <a:cubicBezTo>
                  <a:pt x="389" y="178"/>
                  <a:pt x="389" y="178"/>
                  <a:pt x="389" y="178"/>
                </a:cubicBezTo>
                <a:cubicBezTo>
                  <a:pt x="496" y="89"/>
                  <a:pt x="496" y="89"/>
                  <a:pt x="496" y="89"/>
                </a:cubicBezTo>
                <a:cubicBezTo>
                  <a:pt x="389" y="0"/>
                  <a:pt x="389" y="0"/>
                  <a:pt x="389" y="0"/>
                </a:cubicBezTo>
                <a:cubicBezTo>
                  <a:pt x="389" y="53"/>
                  <a:pt x="389" y="53"/>
                  <a:pt x="389" y="53"/>
                </a:cubicBezTo>
                <a:cubicBezTo>
                  <a:pt x="372" y="53"/>
                  <a:pt x="372" y="53"/>
                  <a:pt x="372" y="53"/>
                </a:cubicBezTo>
                <a:cubicBezTo>
                  <a:pt x="283" y="53"/>
                  <a:pt x="230" y="124"/>
                  <a:pt x="186" y="187"/>
                </a:cubicBezTo>
                <a:cubicBezTo>
                  <a:pt x="141" y="240"/>
                  <a:pt x="106" y="284"/>
                  <a:pt x="53" y="284"/>
                </a:cubicBezTo>
                <a:cubicBezTo>
                  <a:pt x="0" y="284"/>
                  <a:pt x="0" y="284"/>
                  <a:pt x="0" y="284"/>
                </a:cubicBezTo>
                <a:cubicBezTo>
                  <a:pt x="0" y="355"/>
                  <a:pt x="0" y="355"/>
                  <a:pt x="0" y="355"/>
                </a:cubicBezTo>
                <a:cubicBezTo>
                  <a:pt x="53" y="355"/>
                  <a:pt x="53" y="355"/>
                  <a:pt x="53" y="355"/>
                </a:cubicBezTo>
                <a:cubicBezTo>
                  <a:pt x="141" y="355"/>
                  <a:pt x="194" y="284"/>
                  <a:pt x="239" y="222"/>
                </a:cubicBezTo>
                <a:cubicBezTo>
                  <a:pt x="283" y="169"/>
                  <a:pt x="319" y="124"/>
                  <a:pt x="372" y="124"/>
                </a:cubicBezTo>
                <a:close/>
                <a:moveTo>
                  <a:pt x="132" y="169"/>
                </a:moveTo>
                <a:lnTo>
                  <a:pt x="132" y="169"/>
                </a:lnTo>
                <a:cubicBezTo>
                  <a:pt x="132" y="160"/>
                  <a:pt x="141" y="160"/>
                  <a:pt x="141" y="152"/>
                </a:cubicBezTo>
                <a:cubicBezTo>
                  <a:pt x="150" y="143"/>
                  <a:pt x="167" y="124"/>
                  <a:pt x="177" y="116"/>
                </a:cubicBezTo>
                <a:cubicBezTo>
                  <a:pt x="141" y="80"/>
                  <a:pt x="106" y="63"/>
                  <a:pt x="53" y="63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134"/>
                  <a:pt x="0" y="134"/>
                  <a:pt x="0" y="134"/>
                </a:cubicBezTo>
                <a:cubicBezTo>
                  <a:pt x="53" y="134"/>
                  <a:pt x="53" y="134"/>
                  <a:pt x="53" y="134"/>
                </a:cubicBezTo>
                <a:cubicBezTo>
                  <a:pt x="79" y="134"/>
                  <a:pt x="106" y="143"/>
                  <a:pt x="132" y="169"/>
                </a:cubicBezTo>
                <a:close/>
                <a:moveTo>
                  <a:pt x="389" y="293"/>
                </a:moveTo>
                <a:lnTo>
                  <a:pt x="389" y="293"/>
                </a:lnTo>
                <a:cubicBezTo>
                  <a:pt x="372" y="293"/>
                  <a:pt x="372" y="293"/>
                  <a:pt x="372" y="293"/>
                </a:cubicBezTo>
                <a:cubicBezTo>
                  <a:pt x="336" y="293"/>
                  <a:pt x="310" y="275"/>
                  <a:pt x="283" y="249"/>
                </a:cubicBezTo>
                <a:cubicBezTo>
                  <a:pt x="283" y="249"/>
                  <a:pt x="283" y="249"/>
                  <a:pt x="283" y="258"/>
                </a:cubicBezTo>
                <a:cubicBezTo>
                  <a:pt x="266" y="266"/>
                  <a:pt x="257" y="284"/>
                  <a:pt x="248" y="302"/>
                </a:cubicBezTo>
                <a:cubicBezTo>
                  <a:pt x="274" y="337"/>
                  <a:pt x="319" y="355"/>
                  <a:pt x="372" y="355"/>
                </a:cubicBezTo>
                <a:cubicBezTo>
                  <a:pt x="389" y="355"/>
                  <a:pt x="389" y="355"/>
                  <a:pt x="389" y="355"/>
                </a:cubicBezTo>
                <a:cubicBezTo>
                  <a:pt x="389" y="417"/>
                  <a:pt x="389" y="417"/>
                  <a:pt x="389" y="417"/>
                </a:cubicBezTo>
                <a:cubicBezTo>
                  <a:pt x="496" y="328"/>
                  <a:pt x="496" y="328"/>
                  <a:pt x="496" y="328"/>
                </a:cubicBezTo>
                <a:cubicBezTo>
                  <a:pt x="389" y="240"/>
                  <a:pt x="389" y="240"/>
                  <a:pt x="389" y="240"/>
                </a:cubicBezTo>
                <a:lnTo>
                  <a:pt x="389" y="293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95" name="Freeform 78"/>
          <p:cNvSpPr>
            <a:spLocks noChangeArrowheads="1"/>
          </p:cNvSpPr>
          <p:nvPr/>
        </p:nvSpPr>
        <p:spPr bwMode="auto">
          <a:xfrm>
            <a:off x="1508505" y="3619704"/>
            <a:ext cx="293444" cy="298351"/>
          </a:xfrm>
          <a:custGeom>
            <a:avLst/>
            <a:gdLst>
              <a:gd name="T0" fmla="*/ 381 w 399"/>
              <a:gd name="T1" fmla="*/ 336 h 400"/>
              <a:gd name="T2" fmla="*/ 381 w 399"/>
              <a:gd name="T3" fmla="*/ 336 h 400"/>
              <a:gd name="T4" fmla="*/ 292 w 399"/>
              <a:gd name="T5" fmla="*/ 239 h 400"/>
              <a:gd name="T6" fmla="*/ 310 w 399"/>
              <a:gd name="T7" fmla="*/ 159 h 400"/>
              <a:gd name="T8" fmla="*/ 151 w 399"/>
              <a:gd name="T9" fmla="*/ 0 h 400"/>
              <a:gd name="T10" fmla="*/ 0 w 399"/>
              <a:gd name="T11" fmla="*/ 151 h 400"/>
              <a:gd name="T12" fmla="*/ 160 w 399"/>
              <a:gd name="T13" fmla="*/ 310 h 400"/>
              <a:gd name="T14" fmla="*/ 230 w 399"/>
              <a:gd name="T15" fmla="*/ 292 h 400"/>
              <a:gd name="T16" fmla="*/ 328 w 399"/>
              <a:gd name="T17" fmla="*/ 390 h 400"/>
              <a:gd name="T18" fmla="*/ 363 w 399"/>
              <a:gd name="T19" fmla="*/ 390 h 400"/>
              <a:gd name="T20" fmla="*/ 389 w 399"/>
              <a:gd name="T21" fmla="*/ 364 h 400"/>
              <a:gd name="T22" fmla="*/ 381 w 399"/>
              <a:gd name="T23" fmla="*/ 336 h 400"/>
              <a:gd name="T24" fmla="*/ 44 w 399"/>
              <a:gd name="T25" fmla="*/ 151 h 400"/>
              <a:gd name="T26" fmla="*/ 44 w 399"/>
              <a:gd name="T27" fmla="*/ 151 h 400"/>
              <a:gd name="T28" fmla="*/ 151 w 399"/>
              <a:gd name="T29" fmla="*/ 44 h 400"/>
              <a:gd name="T30" fmla="*/ 266 w 399"/>
              <a:gd name="T31" fmla="*/ 159 h 400"/>
              <a:gd name="T32" fmla="*/ 160 w 399"/>
              <a:gd name="T33" fmla="*/ 266 h 400"/>
              <a:gd name="T34" fmla="*/ 44 w 399"/>
              <a:gd name="T35" fmla="*/ 151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99" h="400">
                <a:moveTo>
                  <a:pt x="381" y="336"/>
                </a:moveTo>
                <a:lnTo>
                  <a:pt x="381" y="336"/>
                </a:lnTo>
                <a:cubicBezTo>
                  <a:pt x="292" y="239"/>
                  <a:pt x="292" y="239"/>
                  <a:pt x="292" y="239"/>
                </a:cubicBezTo>
                <a:cubicBezTo>
                  <a:pt x="301" y="212"/>
                  <a:pt x="310" y="186"/>
                  <a:pt x="310" y="159"/>
                </a:cubicBezTo>
                <a:cubicBezTo>
                  <a:pt x="310" y="71"/>
                  <a:pt x="239" y="0"/>
                  <a:pt x="151" y="0"/>
                </a:cubicBezTo>
                <a:cubicBezTo>
                  <a:pt x="70" y="0"/>
                  <a:pt x="0" y="71"/>
                  <a:pt x="0" y="151"/>
                </a:cubicBezTo>
                <a:cubicBezTo>
                  <a:pt x="0" y="239"/>
                  <a:pt x="70" y="310"/>
                  <a:pt x="160" y="310"/>
                </a:cubicBezTo>
                <a:cubicBezTo>
                  <a:pt x="186" y="310"/>
                  <a:pt x="213" y="302"/>
                  <a:pt x="230" y="292"/>
                </a:cubicBezTo>
                <a:cubicBezTo>
                  <a:pt x="328" y="390"/>
                  <a:pt x="328" y="390"/>
                  <a:pt x="328" y="390"/>
                </a:cubicBezTo>
                <a:cubicBezTo>
                  <a:pt x="336" y="399"/>
                  <a:pt x="354" y="399"/>
                  <a:pt x="363" y="390"/>
                </a:cubicBezTo>
                <a:cubicBezTo>
                  <a:pt x="389" y="364"/>
                  <a:pt x="389" y="364"/>
                  <a:pt x="389" y="364"/>
                </a:cubicBezTo>
                <a:cubicBezTo>
                  <a:pt x="398" y="355"/>
                  <a:pt x="389" y="346"/>
                  <a:pt x="381" y="336"/>
                </a:cubicBezTo>
                <a:close/>
                <a:moveTo>
                  <a:pt x="44" y="151"/>
                </a:moveTo>
                <a:lnTo>
                  <a:pt x="44" y="151"/>
                </a:lnTo>
                <a:cubicBezTo>
                  <a:pt x="44" y="98"/>
                  <a:pt x="98" y="44"/>
                  <a:pt x="151" y="44"/>
                </a:cubicBezTo>
                <a:cubicBezTo>
                  <a:pt x="213" y="44"/>
                  <a:pt x="266" y="98"/>
                  <a:pt x="266" y="159"/>
                </a:cubicBezTo>
                <a:cubicBezTo>
                  <a:pt x="266" y="221"/>
                  <a:pt x="213" y="266"/>
                  <a:pt x="160" y="266"/>
                </a:cubicBezTo>
                <a:cubicBezTo>
                  <a:pt x="98" y="266"/>
                  <a:pt x="44" y="212"/>
                  <a:pt x="44" y="151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96" name="Freeform 79"/>
          <p:cNvSpPr>
            <a:spLocks noChangeArrowheads="1"/>
          </p:cNvSpPr>
          <p:nvPr/>
        </p:nvSpPr>
        <p:spPr bwMode="auto">
          <a:xfrm>
            <a:off x="3678420" y="5788637"/>
            <a:ext cx="352328" cy="356255"/>
          </a:xfrm>
          <a:custGeom>
            <a:avLst/>
            <a:gdLst>
              <a:gd name="T0" fmla="*/ 239 w 479"/>
              <a:gd name="T1" fmla="*/ 0 h 479"/>
              <a:gd name="T2" fmla="*/ 239 w 479"/>
              <a:gd name="T3" fmla="*/ 0 h 479"/>
              <a:gd name="T4" fmla="*/ 0 w 479"/>
              <a:gd name="T5" fmla="*/ 239 h 479"/>
              <a:gd name="T6" fmla="*/ 239 w 479"/>
              <a:gd name="T7" fmla="*/ 478 h 479"/>
              <a:gd name="T8" fmla="*/ 478 w 479"/>
              <a:gd name="T9" fmla="*/ 239 h 479"/>
              <a:gd name="T10" fmla="*/ 239 w 479"/>
              <a:gd name="T11" fmla="*/ 0 h 479"/>
              <a:gd name="T12" fmla="*/ 443 w 479"/>
              <a:gd name="T13" fmla="*/ 239 h 479"/>
              <a:gd name="T14" fmla="*/ 443 w 479"/>
              <a:gd name="T15" fmla="*/ 239 h 479"/>
              <a:gd name="T16" fmla="*/ 399 w 479"/>
              <a:gd name="T17" fmla="*/ 363 h 479"/>
              <a:gd name="T18" fmla="*/ 390 w 479"/>
              <a:gd name="T19" fmla="*/ 328 h 479"/>
              <a:gd name="T20" fmla="*/ 399 w 479"/>
              <a:gd name="T21" fmla="*/ 257 h 479"/>
              <a:gd name="T22" fmla="*/ 372 w 479"/>
              <a:gd name="T23" fmla="*/ 204 h 479"/>
              <a:gd name="T24" fmla="*/ 319 w 479"/>
              <a:gd name="T25" fmla="*/ 178 h 479"/>
              <a:gd name="T26" fmla="*/ 346 w 479"/>
              <a:gd name="T27" fmla="*/ 88 h 479"/>
              <a:gd name="T28" fmla="*/ 293 w 479"/>
              <a:gd name="T29" fmla="*/ 62 h 479"/>
              <a:gd name="T30" fmla="*/ 301 w 479"/>
              <a:gd name="T31" fmla="*/ 53 h 479"/>
              <a:gd name="T32" fmla="*/ 443 w 479"/>
              <a:gd name="T33" fmla="*/ 239 h 479"/>
              <a:gd name="T34" fmla="*/ 212 w 479"/>
              <a:gd name="T35" fmla="*/ 44 h 479"/>
              <a:gd name="T36" fmla="*/ 212 w 479"/>
              <a:gd name="T37" fmla="*/ 44 h 479"/>
              <a:gd name="T38" fmla="*/ 186 w 479"/>
              <a:gd name="T39" fmla="*/ 62 h 479"/>
              <a:gd name="T40" fmla="*/ 150 w 479"/>
              <a:gd name="T41" fmla="*/ 88 h 479"/>
              <a:gd name="T42" fmla="*/ 115 w 479"/>
              <a:gd name="T43" fmla="*/ 133 h 479"/>
              <a:gd name="T44" fmla="*/ 133 w 479"/>
              <a:gd name="T45" fmla="*/ 159 h 479"/>
              <a:gd name="T46" fmla="*/ 177 w 479"/>
              <a:gd name="T47" fmla="*/ 159 h 479"/>
              <a:gd name="T48" fmla="*/ 248 w 479"/>
              <a:gd name="T49" fmla="*/ 239 h 479"/>
              <a:gd name="T50" fmla="*/ 186 w 479"/>
              <a:gd name="T51" fmla="*/ 292 h 479"/>
              <a:gd name="T52" fmla="*/ 177 w 479"/>
              <a:gd name="T53" fmla="*/ 337 h 479"/>
              <a:gd name="T54" fmla="*/ 177 w 479"/>
              <a:gd name="T55" fmla="*/ 390 h 479"/>
              <a:gd name="T56" fmla="*/ 133 w 479"/>
              <a:gd name="T57" fmla="*/ 345 h 479"/>
              <a:gd name="T58" fmla="*/ 124 w 479"/>
              <a:gd name="T59" fmla="*/ 284 h 479"/>
              <a:gd name="T60" fmla="*/ 88 w 479"/>
              <a:gd name="T61" fmla="*/ 239 h 479"/>
              <a:gd name="T62" fmla="*/ 106 w 479"/>
              <a:gd name="T63" fmla="*/ 186 h 479"/>
              <a:gd name="T64" fmla="*/ 53 w 479"/>
              <a:gd name="T65" fmla="*/ 169 h 479"/>
              <a:gd name="T66" fmla="*/ 212 w 479"/>
              <a:gd name="T67" fmla="*/ 44 h 479"/>
              <a:gd name="T68" fmla="*/ 177 w 479"/>
              <a:gd name="T69" fmla="*/ 434 h 479"/>
              <a:gd name="T70" fmla="*/ 177 w 479"/>
              <a:gd name="T71" fmla="*/ 434 h 479"/>
              <a:gd name="T72" fmla="*/ 204 w 479"/>
              <a:gd name="T73" fmla="*/ 416 h 479"/>
              <a:gd name="T74" fmla="*/ 239 w 479"/>
              <a:gd name="T75" fmla="*/ 407 h 479"/>
              <a:gd name="T76" fmla="*/ 293 w 479"/>
              <a:gd name="T77" fmla="*/ 390 h 479"/>
              <a:gd name="T78" fmla="*/ 354 w 479"/>
              <a:gd name="T79" fmla="*/ 407 h 479"/>
              <a:gd name="T80" fmla="*/ 239 w 479"/>
              <a:gd name="T81" fmla="*/ 443 h 479"/>
              <a:gd name="T82" fmla="*/ 177 w 479"/>
              <a:gd name="T83" fmla="*/ 434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79" h="479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6"/>
                  <a:pt x="0" y="239"/>
                </a:cubicBezTo>
                <a:cubicBezTo>
                  <a:pt x="0" y="372"/>
                  <a:pt x="106" y="478"/>
                  <a:pt x="239" y="478"/>
                </a:cubicBezTo>
                <a:cubicBezTo>
                  <a:pt x="372" y="478"/>
                  <a:pt x="478" y="372"/>
                  <a:pt x="478" y="239"/>
                </a:cubicBezTo>
                <a:cubicBezTo>
                  <a:pt x="478" y="106"/>
                  <a:pt x="372" y="0"/>
                  <a:pt x="239" y="0"/>
                </a:cubicBezTo>
                <a:close/>
                <a:moveTo>
                  <a:pt x="443" y="239"/>
                </a:moveTo>
                <a:lnTo>
                  <a:pt x="443" y="239"/>
                </a:lnTo>
                <a:cubicBezTo>
                  <a:pt x="443" y="292"/>
                  <a:pt x="425" y="328"/>
                  <a:pt x="399" y="363"/>
                </a:cubicBezTo>
                <a:cubicBezTo>
                  <a:pt x="390" y="363"/>
                  <a:pt x="381" y="345"/>
                  <a:pt x="390" y="328"/>
                </a:cubicBezTo>
                <a:cubicBezTo>
                  <a:pt x="399" y="310"/>
                  <a:pt x="399" y="275"/>
                  <a:pt x="399" y="257"/>
                </a:cubicBezTo>
                <a:cubicBezTo>
                  <a:pt x="399" y="239"/>
                  <a:pt x="390" y="204"/>
                  <a:pt x="372" y="204"/>
                </a:cubicBezTo>
                <a:cubicBezTo>
                  <a:pt x="346" y="204"/>
                  <a:pt x="337" y="204"/>
                  <a:pt x="319" y="178"/>
                </a:cubicBezTo>
                <a:cubicBezTo>
                  <a:pt x="301" y="124"/>
                  <a:pt x="372" y="115"/>
                  <a:pt x="346" y="88"/>
                </a:cubicBezTo>
                <a:cubicBezTo>
                  <a:pt x="337" y="80"/>
                  <a:pt x="301" y="115"/>
                  <a:pt x="293" y="62"/>
                </a:cubicBezTo>
                <a:lnTo>
                  <a:pt x="301" y="53"/>
                </a:lnTo>
                <a:cubicBezTo>
                  <a:pt x="381" y="80"/>
                  <a:pt x="443" y="150"/>
                  <a:pt x="443" y="239"/>
                </a:cubicBezTo>
                <a:close/>
                <a:moveTo>
                  <a:pt x="212" y="44"/>
                </a:moveTo>
                <a:lnTo>
                  <a:pt x="212" y="44"/>
                </a:lnTo>
                <a:cubicBezTo>
                  <a:pt x="204" y="53"/>
                  <a:pt x="194" y="53"/>
                  <a:pt x="186" y="62"/>
                </a:cubicBezTo>
                <a:cubicBezTo>
                  <a:pt x="168" y="80"/>
                  <a:pt x="159" y="71"/>
                  <a:pt x="150" y="88"/>
                </a:cubicBezTo>
                <a:cubicBezTo>
                  <a:pt x="141" y="106"/>
                  <a:pt x="115" y="124"/>
                  <a:pt x="115" y="133"/>
                </a:cubicBezTo>
                <a:cubicBezTo>
                  <a:pt x="115" y="142"/>
                  <a:pt x="133" y="159"/>
                  <a:pt x="133" y="159"/>
                </a:cubicBezTo>
                <a:cubicBezTo>
                  <a:pt x="141" y="150"/>
                  <a:pt x="159" y="150"/>
                  <a:pt x="177" y="159"/>
                </a:cubicBezTo>
                <a:cubicBezTo>
                  <a:pt x="186" y="159"/>
                  <a:pt x="275" y="169"/>
                  <a:pt x="248" y="239"/>
                </a:cubicBezTo>
                <a:cubicBezTo>
                  <a:pt x="239" y="266"/>
                  <a:pt x="194" y="257"/>
                  <a:pt x="186" y="292"/>
                </a:cubicBezTo>
                <a:cubicBezTo>
                  <a:pt x="186" y="301"/>
                  <a:pt x="186" y="328"/>
                  <a:pt x="177" y="337"/>
                </a:cubicBezTo>
                <a:cubicBezTo>
                  <a:pt x="177" y="345"/>
                  <a:pt x="186" y="390"/>
                  <a:pt x="177" y="390"/>
                </a:cubicBezTo>
                <a:cubicBezTo>
                  <a:pt x="168" y="390"/>
                  <a:pt x="133" y="345"/>
                  <a:pt x="133" y="345"/>
                </a:cubicBezTo>
                <a:cubicBezTo>
                  <a:pt x="133" y="337"/>
                  <a:pt x="124" y="310"/>
                  <a:pt x="124" y="284"/>
                </a:cubicBezTo>
                <a:cubicBezTo>
                  <a:pt x="124" y="266"/>
                  <a:pt x="88" y="266"/>
                  <a:pt x="88" y="239"/>
                </a:cubicBezTo>
                <a:cubicBezTo>
                  <a:pt x="88" y="213"/>
                  <a:pt x="106" y="195"/>
                  <a:pt x="106" y="186"/>
                </a:cubicBezTo>
                <a:cubicBezTo>
                  <a:pt x="97" y="169"/>
                  <a:pt x="62" y="169"/>
                  <a:pt x="53" y="169"/>
                </a:cubicBezTo>
                <a:cubicBezTo>
                  <a:pt x="80" y="97"/>
                  <a:pt x="141" y="53"/>
                  <a:pt x="212" y="44"/>
                </a:cubicBezTo>
                <a:close/>
                <a:moveTo>
                  <a:pt x="177" y="434"/>
                </a:moveTo>
                <a:lnTo>
                  <a:pt x="177" y="434"/>
                </a:lnTo>
                <a:cubicBezTo>
                  <a:pt x="186" y="425"/>
                  <a:pt x="186" y="416"/>
                  <a:pt x="204" y="416"/>
                </a:cubicBezTo>
                <a:cubicBezTo>
                  <a:pt x="212" y="416"/>
                  <a:pt x="221" y="416"/>
                  <a:pt x="239" y="407"/>
                </a:cubicBezTo>
                <a:cubicBezTo>
                  <a:pt x="248" y="407"/>
                  <a:pt x="275" y="398"/>
                  <a:pt x="293" y="390"/>
                </a:cubicBezTo>
                <a:cubicBezTo>
                  <a:pt x="310" y="390"/>
                  <a:pt x="346" y="398"/>
                  <a:pt x="354" y="407"/>
                </a:cubicBezTo>
                <a:cubicBezTo>
                  <a:pt x="319" y="434"/>
                  <a:pt x="284" y="443"/>
                  <a:pt x="239" y="443"/>
                </a:cubicBezTo>
                <a:cubicBezTo>
                  <a:pt x="221" y="443"/>
                  <a:pt x="194" y="443"/>
                  <a:pt x="177" y="434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97" name="Freeform 80"/>
          <p:cNvSpPr>
            <a:spLocks noChangeArrowheads="1"/>
          </p:cNvSpPr>
          <p:nvPr/>
        </p:nvSpPr>
        <p:spPr bwMode="auto">
          <a:xfrm>
            <a:off x="4405650" y="5854391"/>
            <a:ext cx="366069" cy="224745"/>
          </a:xfrm>
          <a:custGeom>
            <a:avLst/>
            <a:gdLst>
              <a:gd name="T0" fmla="*/ 462 w 498"/>
              <a:gd name="T1" fmla="*/ 0 h 303"/>
              <a:gd name="T2" fmla="*/ 0 w 498"/>
              <a:gd name="T3" fmla="*/ 36 h 303"/>
              <a:gd name="T4" fmla="*/ 36 w 498"/>
              <a:gd name="T5" fmla="*/ 302 h 303"/>
              <a:gd name="T6" fmla="*/ 497 w 498"/>
              <a:gd name="T7" fmla="*/ 266 h 303"/>
              <a:gd name="T8" fmla="*/ 462 w 498"/>
              <a:gd name="T9" fmla="*/ 0 h 303"/>
              <a:gd name="T10" fmla="*/ 275 w 498"/>
              <a:gd name="T11" fmla="*/ 54 h 303"/>
              <a:gd name="T12" fmla="*/ 319 w 498"/>
              <a:gd name="T13" fmla="*/ 107 h 303"/>
              <a:gd name="T14" fmla="*/ 275 w 498"/>
              <a:gd name="T15" fmla="*/ 54 h 303"/>
              <a:gd name="T16" fmla="*/ 346 w 498"/>
              <a:gd name="T17" fmla="*/ 125 h 303"/>
              <a:gd name="T18" fmla="*/ 302 w 498"/>
              <a:gd name="T19" fmla="*/ 178 h 303"/>
              <a:gd name="T20" fmla="*/ 346 w 498"/>
              <a:gd name="T21" fmla="*/ 125 h 303"/>
              <a:gd name="T22" fmla="*/ 195 w 498"/>
              <a:gd name="T23" fmla="*/ 54 h 303"/>
              <a:gd name="T24" fmla="*/ 249 w 498"/>
              <a:gd name="T25" fmla="*/ 107 h 303"/>
              <a:gd name="T26" fmla="*/ 195 w 498"/>
              <a:gd name="T27" fmla="*/ 54 h 303"/>
              <a:gd name="T28" fmla="*/ 275 w 498"/>
              <a:gd name="T29" fmla="*/ 125 h 303"/>
              <a:gd name="T30" fmla="*/ 222 w 498"/>
              <a:gd name="T31" fmla="*/ 178 h 303"/>
              <a:gd name="T32" fmla="*/ 275 w 498"/>
              <a:gd name="T33" fmla="*/ 125 h 303"/>
              <a:gd name="T34" fmla="*/ 124 w 498"/>
              <a:gd name="T35" fmla="*/ 54 h 303"/>
              <a:gd name="T36" fmla="*/ 178 w 498"/>
              <a:gd name="T37" fmla="*/ 107 h 303"/>
              <a:gd name="T38" fmla="*/ 124 w 498"/>
              <a:gd name="T39" fmla="*/ 54 h 303"/>
              <a:gd name="T40" fmla="*/ 195 w 498"/>
              <a:gd name="T41" fmla="*/ 125 h 303"/>
              <a:gd name="T42" fmla="*/ 151 w 498"/>
              <a:gd name="T43" fmla="*/ 178 h 303"/>
              <a:gd name="T44" fmla="*/ 195 w 498"/>
              <a:gd name="T45" fmla="*/ 125 h 303"/>
              <a:gd name="T46" fmla="*/ 54 w 498"/>
              <a:gd name="T47" fmla="*/ 54 h 303"/>
              <a:gd name="T48" fmla="*/ 98 w 498"/>
              <a:gd name="T49" fmla="*/ 107 h 303"/>
              <a:gd name="T50" fmla="*/ 54 w 498"/>
              <a:gd name="T51" fmla="*/ 54 h 303"/>
              <a:gd name="T52" fmla="*/ 124 w 498"/>
              <a:gd name="T53" fmla="*/ 125 h 303"/>
              <a:gd name="T54" fmla="*/ 71 w 498"/>
              <a:gd name="T55" fmla="*/ 178 h 303"/>
              <a:gd name="T56" fmla="*/ 124 w 498"/>
              <a:gd name="T57" fmla="*/ 125 h 303"/>
              <a:gd name="T58" fmla="*/ 98 w 498"/>
              <a:gd name="T59" fmla="*/ 249 h 303"/>
              <a:gd name="T60" fmla="*/ 54 w 498"/>
              <a:gd name="T61" fmla="*/ 204 h 303"/>
              <a:gd name="T62" fmla="*/ 98 w 498"/>
              <a:gd name="T63" fmla="*/ 249 h 303"/>
              <a:gd name="T64" fmla="*/ 372 w 498"/>
              <a:gd name="T65" fmla="*/ 249 h 303"/>
              <a:gd name="T66" fmla="*/ 124 w 498"/>
              <a:gd name="T67" fmla="*/ 204 h 303"/>
              <a:gd name="T68" fmla="*/ 372 w 498"/>
              <a:gd name="T69" fmla="*/ 249 h 303"/>
              <a:gd name="T70" fmla="*/ 443 w 498"/>
              <a:gd name="T71" fmla="*/ 249 h 303"/>
              <a:gd name="T72" fmla="*/ 399 w 498"/>
              <a:gd name="T73" fmla="*/ 204 h 303"/>
              <a:gd name="T74" fmla="*/ 443 w 498"/>
              <a:gd name="T75" fmla="*/ 249 h 303"/>
              <a:gd name="T76" fmla="*/ 372 w 498"/>
              <a:gd name="T77" fmla="*/ 178 h 303"/>
              <a:gd name="T78" fmla="*/ 425 w 498"/>
              <a:gd name="T79" fmla="*/ 125 h 303"/>
              <a:gd name="T80" fmla="*/ 372 w 498"/>
              <a:gd name="T81" fmla="*/ 178 h 303"/>
              <a:gd name="T82" fmla="*/ 443 w 498"/>
              <a:gd name="T83" fmla="*/ 107 h 303"/>
              <a:gd name="T84" fmla="*/ 346 w 498"/>
              <a:gd name="T85" fmla="*/ 54 h 303"/>
              <a:gd name="T86" fmla="*/ 443 w 498"/>
              <a:gd name="T87" fmla="*/ 107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98" h="303">
                <a:moveTo>
                  <a:pt x="462" y="0"/>
                </a:moveTo>
                <a:lnTo>
                  <a:pt x="462" y="0"/>
                </a:lnTo>
                <a:cubicBezTo>
                  <a:pt x="36" y="0"/>
                  <a:pt x="36" y="0"/>
                  <a:pt x="36" y="0"/>
                </a:cubicBezTo>
                <a:cubicBezTo>
                  <a:pt x="18" y="0"/>
                  <a:pt x="0" y="18"/>
                  <a:pt x="0" y="36"/>
                </a:cubicBezTo>
                <a:cubicBezTo>
                  <a:pt x="0" y="266"/>
                  <a:pt x="0" y="266"/>
                  <a:pt x="0" y="266"/>
                </a:cubicBezTo>
                <a:cubicBezTo>
                  <a:pt x="0" y="284"/>
                  <a:pt x="18" y="302"/>
                  <a:pt x="36" y="302"/>
                </a:cubicBezTo>
                <a:cubicBezTo>
                  <a:pt x="462" y="302"/>
                  <a:pt x="462" y="302"/>
                  <a:pt x="462" y="302"/>
                </a:cubicBezTo>
                <a:cubicBezTo>
                  <a:pt x="479" y="302"/>
                  <a:pt x="497" y="284"/>
                  <a:pt x="497" y="266"/>
                </a:cubicBezTo>
                <a:cubicBezTo>
                  <a:pt x="497" y="36"/>
                  <a:pt x="497" y="36"/>
                  <a:pt x="497" y="36"/>
                </a:cubicBezTo>
                <a:cubicBezTo>
                  <a:pt x="497" y="18"/>
                  <a:pt x="479" y="0"/>
                  <a:pt x="462" y="0"/>
                </a:cubicBezTo>
                <a:close/>
                <a:moveTo>
                  <a:pt x="275" y="54"/>
                </a:moveTo>
                <a:lnTo>
                  <a:pt x="275" y="54"/>
                </a:lnTo>
                <a:cubicBezTo>
                  <a:pt x="319" y="54"/>
                  <a:pt x="319" y="54"/>
                  <a:pt x="319" y="54"/>
                </a:cubicBezTo>
                <a:cubicBezTo>
                  <a:pt x="319" y="107"/>
                  <a:pt x="319" y="107"/>
                  <a:pt x="319" y="107"/>
                </a:cubicBezTo>
                <a:cubicBezTo>
                  <a:pt x="275" y="107"/>
                  <a:pt x="275" y="107"/>
                  <a:pt x="275" y="107"/>
                </a:cubicBezTo>
                <a:lnTo>
                  <a:pt x="275" y="54"/>
                </a:lnTo>
                <a:close/>
                <a:moveTo>
                  <a:pt x="346" y="125"/>
                </a:moveTo>
                <a:lnTo>
                  <a:pt x="346" y="125"/>
                </a:lnTo>
                <a:cubicBezTo>
                  <a:pt x="346" y="178"/>
                  <a:pt x="346" y="178"/>
                  <a:pt x="346" y="178"/>
                </a:cubicBezTo>
                <a:cubicBezTo>
                  <a:pt x="302" y="178"/>
                  <a:pt x="302" y="178"/>
                  <a:pt x="302" y="178"/>
                </a:cubicBezTo>
                <a:cubicBezTo>
                  <a:pt x="302" y="125"/>
                  <a:pt x="302" y="125"/>
                  <a:pt x="302" y="125"/>
                </a:cubicBezTo>
                <a:lnTo>
                  <a:pt x="346" y="125"/>
                </a:lnTo>
                <a:close/>
                <a:moveTo>
                  <a:pt x="195" y="54"/>
                </a:moveTo>
                <a:lnTo>
                  <a:pt x="195" y="54"/>
                </a:lnTo>
                <a:cubicBezTo>
                  <a:pt x="249" y="54"/>
                  <a:pt x="249" y="54"/>
                  <a:pt x="249" y="54"/>
                </a:cubicBezTo>
                <a:cubicBezTo>
                  <a:pt x="249" y="107"/>
                  <a:pt x="249" y="107"/>
                  <a:pt x="249" y="107"/>
                </a:cubicBezTo>
                <a:cubicBezTo>
                  <a:pt x="195" y="107"/>
                  <a:pt x="195" y="107"/>
                  <a:pt x="195" y="107"/>
                </a:cubicBezTo>
                <a:lnTo>
                  <a:pt x="195" y="54"/>
                </a:lnTo>
                <a:close/>
                <a:moveTo>
                  <a:pt x="275" y="125"/>
                </a:moveTo>
                <a:lnTo>
                  <a:pt x="275" y="125"/>
                </a:lnTo>
                <a:cubicBezTo>
                  <a:pt x="275" y="178"/>
                  <a:pt x="275" y="178"/>
                  <a:pt x="275" y="178"/>
                </a:cubicBezTo>
                <a:cubicBezTo>
                  <a:pt x="222" y="178"/>
                  <a:pt x="222" y="178"/>
                  <a:pt x="222" y="178"/>
                </a:cubicBezTo>
                <a:cubicBezTo>
                  <a:pt x="222" y="125"/>
                  <a:pt x="222" y="125"/>
                  <a:pt x="222" y="125"/>
                </a:cubicBezTo>
                <a:lnTo>
                  <a:pt x="275" y="125"/>
                </a:lnTo>
                <a:close/>
                <a:moveTo>
                  <a:pt x="124" y="54"/>
                </a:moveTo>
                <a:lnTo>
                  <a:pt x="124" y="54"/>
                </a:lnTo>
                <a:cubicBezTo>
                  <a:pt x="178" y="54"/>
                  <a:pt x="178" y="54"/>
                  <a:pt x="178" y="54"/>
                </a:cubicBezTo>
                <a:cubicBezTo>
                  <a:pt x="178" y="107"/>
                  <a:pt x="178" y="107"/>
                  <a:pt x="178" y="107"/>
                </a:cubicBezTo>
                <a:cubicBezTo>
                  <a:pt x="124" y="107"/>
                  <a:pt x="124" y="107"/>
                  <a:pt x="124" y="107"/>
                </a:cubicBezTo>
                <a:lnTo>
                  <a:pt x="124" y="54"/>
                </a:lnTo>
                <a:close/>
                <a:moveTo>
                  <a:pt x="195" y="125"/>
                </a:moveTo>
                <a:lnTo>
                  <a:pt x="195" y="125"/>
                </a:lnTo>
                <a:cubicBezTo>
                  <a:pt x="195" y="178"/>
                  <a:pt x="195" y="178"/>
                  <a:pt x="195" y="178"/>
                </a:cubicBezTo>
                <a:cubicBezTo>
                  <a:pt x="151" y="178"/>
                  <a:pt x="151" y="178"/>
                  <a:pt x="151" y="178"/>
                </a:cubicBezTo>
                <a:cubicBezTo>
                  <a:pt x="151" y="125"/>
                  <a:pt x="151" y="125"/>
                  <a:pt x="151" y="125"/>
                </a:cubicBezTo>
                <a:lnTo>
                  <a:pt x="195" y="125"/>
                </a:lnTo>
                <a:close/>
                <a:moveTo>
                  <a:pt x="54" y="54"/>
                </a:moveTo>
                <a:lnTo>
                  <a:pt x="54" y="54"/>
                </a:lnTo>
                <a:cubicBezTo>
                  <a:pt x="98" y="54"/>
                  <a:pt x="98" y="54"/>
                  <a:pt x="98" y="54"/>
                </a:cubicBezTo>
                <a:cubicBezTo>
                  <a:pt x="98" y="107"/>
                  <a:pt x="98" y="107"/>
                  <a:pt x="98" y="107"/>
                </a:cubicBezTo>
                <a:cubicBezTo>
                  <a:pt x="54" y="107"/>
                  <a:pt x="54" y="107"/>
                  <a:pt x="54" y="107"/>
                </a:cubicBezTo>
                <a:lnTo>
                  <a:pt x="54" y="54"/>
                </a:lnTo>
                <a:close/>
                <a:moveTo>
                  <a:pt x="124" y="125"/>
                </a:moveTo>
                <a:lnTo>
                  <a:pt x="124" y="125"/>
                </a:lnTo>
                <a:cubicBezTo>
                  <a:pt x="124" y="178"/>
                  <a:pt x="124" y="178"/>
                  <a:pt x="124" y="178"/>
                </a:cubicBezTo>
                <a:cubicBezTo>
                  <a:pt x="71" y="178"/>
                  <a:pt x="71" y="178"/>
                  <a:pt x="71" y="178"/>
                </a:cubicBezTo>
                <a:cubicBezTo>
                  <a:pt x="71" y="125"/>
                  <a:pt x="71" y="125"/>
                  <a:pt x="71" y="125"/>
                </a:cubicBezTo>
                <a:lnTo>
                  <a:pt x="124" y="125"/>
                </a:lnTo>
                <a:close/>
                <a:moveTo>
                  <a:pt x="98" y="249"/>
                </a:moveTo>
                <a:lnTo>
                  <a:pt x="98" y="249"/>
                </a:lnTo>
                <a:cubicBezTo>
                  <a:pt x="54" y="249"/>
                  <a:pt x="54" y="249"/>
                  <a:pt x="54" y="249"/>
                </a:cubicBezTo>
                <a:cubicBezTo>
                  <a:pt x="54" y="204"/>
                  <a:pt x="54" y="204"/>
                  <a:pt x="54" y="204"/>
                </a:cubicBezTo>
                <a:cubicBezTo>
                  <a:pt x="98" y="204"/>
                  <a:pt x="98" y="204"/>
                  <a:pt x="98" y="204"/>
                </a:cubicBezTo>
                <a:lnTo>
                  <a:pt x="98" y="249"/>
                </a:lnTo>
                <a:close/>
                <a:moveTo>
                  <a:pt x="372" y="249"/>
                </a:moveTo>
                <a:lnTo>
                  <a:pt x="372" y="249"/>
                </a:lnTo>
                <a:cubicBezTo>
                  <a:pt x="124" y="249"/>
                  <a:pt x="124" y="249"/>
                  <a:pt x="124" y="249"/>
                </a:cubicBezTo>
                <a:cubicBezTo>
                  <a:pt x="124" y="204"/>
                  <a:pt x="124" y="204"/>
                  <a:pt x="124" y="204"/>
                </a:cubicBezTo>
                <a:cubicBezTo>
                  <a:pt x="372" y="204"/>
                  <a:pt x="372" y="204"/>
                  <a:pt x="372" y="204"/>
                </a:cubicBezTo>
                <a:lnTo>
                  <a:pt x="372" y="249"/>
                </a:lnTo>
                <a:close/>
                <a:moveTo>
                  <a:pt x="443" y="249"/>
                </a:moveTo>
                <a:lnTo>
                  <a:pt x="443" y="249"/>
                </a:lnTo>
                <a:cubicBezTo>
                  <a:pt x="399" y="249"/>
                  <a:pt x="399" y="249"/>
                  <a:pt x="399" y="249"/>
                </a:cubicBezTo>
                <a:cubicBezTo>
                  <a:pt x="399" y="204"/>
                  <a:pt x="399" y="204"/>
                  <a:pt x="399" y="204"/>
                </a:cubicBezTo>
                <a:cubicBezTo>
                  <a:pt x="443" y="204"/>
                  <a:pt x="443" y="204"/>
                  <a:pt x="443" y="204"/>
                </a:cubicBezTo>
                <a:lnTo>
                  <a:pt x="443" y="249"/>
                </a:lnTo>
                <a:close/>
                <a:moveTo>
                  <a:pt x="372" y="178"/>
                </a:moveTo>
                <a:lnTo>
                  <a:pt x="372" y="178"/>
                </a:lnTo>
                <a:cubicBezTo>
                  <a:pt x="372" y="125"/>
                  <a:pt x="372" y="125"/>
                  <a:pt x="372" y="125"/>
                </a:cubicBezTo>
                <a:cubicBezTo>
                  <a:pt x="425" y="125"/>
                  <a:pt x="425" y="125"/>
                  <a:pt x="425" y="125"/>
                </a:cubicBezTo>
                <a:cubicBezTo>
                  <a:pt x="425" y="178"/>
                  <a:pt x="425" y="178"/>
                  <a:pt x="425" y="178"/>
                </a:cubicBezTo>
                <a:lnTo>
                  <a:pt x="372" y="178"/>
                </a:lnTo>
                <a:close/>
                <a:moveTo>
                  <a:pt x="443" y="107"/>
                </a:moveTo>
                <a:lnTo>
                  <a:pt x="443" y="107"/>
                </a:lnTo>
                <a:cubicBezTo>
                  <a:pt x="346" y="107"/>
                  <a:pt x="346" y="107"/>
                  <a:pt x="346" y="107"/>
                </a:cubicBezTo>
                <a:cubicBezTo>
                  <a:pt x="346" y="54"/>
                  <a:pt x="346" y="54"/>
                  <a:pt x="346" y="54"/>
                </a:cubicBezTo>
                <a:cubicBezTo>
                  <a:pt x="443" y="54"/>
                  <a:pt x="443" y="54"/>
                  <a:pt x="443" y="54"/>
                </a:cubicBezTo>
                <a:lnTo>
                  <a:pt x="443" y="107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98" name="Freeform 86"/>
          <p:cNvSpPr>
            <a:spLocks noChangeArrowheads="1"/>
          </p:cNvSpPr>
          <p:nvPr/>
        </p:nvSpPr>
        <p:spPr bwMode="auto">
          <a:xfrm>
            <a:off x="3691178" y="2899344"/>
            <a:ext cx="323868" cy="264983"/>
          </a:xfrm>
          <a:custGeom>
            <a:avLst/>
            <a:gdLst>
              <a:gd name="T0" fmla="*/ 398 w 443"/>
              <a:gd name="T1" fmla="*/ 36 h 356"/>
              <a:gd name="T2" fmla="*/ 398 w 443"/>
              <a:gd name="T3" fmla="*/ 36 h 356"/>
              <a:gd name="T4" fmla="*/ 247 w 443"/>
              <a:gd name="T5" fmla="*/ 36 h 356"/>
              <a:gd name="T6" fmla="*/ 221 w 443"/>
              <a:gd name="T7" fmla="*/ 62 h 356"/>
              <a:gd name="T8" fmla="*/ 194 w 443"/>
              <a:gd name="T9" fmla="*/ 36 h 356"/>
              <a:gd name="T10" fmla="*/ 44 w 443"/>
              <a:gd name="T11" fmla="*/ 36 h 356"/>
              <a:gd name="T12" fmla="*/ 44 w 443"/>
              <a:gd name="T13" fmla="*/ 186 h 356"/>
              <a:gd name="T14" fmla="*/ 221 w 443"/>
              <a:gd name="T15" fmla="*/ 355 h 356"/>
              <a:gd name="T16" fmla="*/ 398 w 443"/>
              <a:gd name="T17" fmla="*/ 186 h 356"/>
              <a:gd name="T18" fmla="*/ 398 w 443"/>
              <a:gd name="T19" fmla="*/ 36 h 356"/>
              <a:gd name="T20" fmla="*/ 372 w 443"/>
              <a:gd name="T21" fmla="*/ 160 h 356"/>
              <a:gd name="T22" fmla="*/ 372 w 443"/>
              <a:gd name="T23" fmla="*/ 160 h 356"/>
              <a:gd name="T24" fmla="*/ 221 w 443"/>
              <a:gd name="T25" fmla="*/ 301 h 356"/>
              <a:gd name="T26" fmla="*/ 70 w 443"/>
              <a:gd name="T27" fmla="*/ 160 h 356"/>
              <a:gd name="T28" fmla="*/ 44 w 443"/>
              <a:gd name="T29" fmla="*/ 116 h 356"/>
              <a:gd name="T30" fmla="*/ 70 w 443"/>
              <a:gd name="T31" fmla="*/ 62 h 356"/>
              <a:gd name="T32" fmla="*/ 115 w 443"/>
              <a:gd name="T33" fmla="*/ 45 h 356"/>
              <a:gd name="T34" fmla="*/ 168 w 443"/>
              <a:gd name="T35" fmla="*/ 71 h 356"/>
              <a:gd name="T36" fmla="*/ 221 w 443"/>
              <a:gd name="T37" fmla="*/ 116 h 356"/>
              <a:gd name="T38" fmla="*/ 275 w 443"/>
              <a:gd name="T39" fmla="*/ 71 h 356"/>
              <a:gd name="T40" fmla="*/ 328 w 443"/>
              <a:gd name="T41" fmla="*/ 45 h 356"/>
              <a:gd name="T42" fmla="*/ 372 w 443"/>
              <a:gd name="T43" fmla="*/ 62 h 356"/>
              <a:gd name="T44" fmla="*/ 398 w 443"/>
              <a:gd name="T45" fmla="*/ 116 h 356"/>
              <a:gd name="T46" fmla="*/ 372 w 443"/>
              <a:gd name="T47" fmla="*/ 160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43" h="356">
                <a:moveTo>
                  <a:pt x="398" y="36"/>
                </a:moveTo>
                <a:lnTo>
                  <a:pt x="398" y="36"/>
                </a:lnTo>
                <a:cubicBezTo>
                  <a:pt x="354" y="0"/>
                  <a:pt x="292" y="0"/>
                  <a:pt x="247" y="36"/>
                </a:cubicBezTo>
                <a:cubicBezTo>
                  <a:pt x="221" y="62"/>
                  <a:pt x="221" y="62"/>
                  <a:pt x="221" y="62"/>
                </a:cubicBezTo>
                <a:cubicBezTo>
                  <a:pt x="194" y="36"/>
                  <a:pt x="194" y="36"/>
                  <a:pt x="194" y="36"/>
                </a:cubicBezTo>
                <a:cubicBezTo>
                  <a:pt x="150" y="0"/>
                  <a:pt x="88" y="0"/>
                  <a:pt x="44" y="36"/>
                </a:cubicBezTo>
                <a:cubicBezTo>
                  <a:pt x="0" y="80"/>
                  <a:pt x="0" y="151"/>
                  <a:pt x="44" y="186"/>
                </a:cubicBezTo>
                <a:cubicBezTo>
                  <a:pt x="221" y="355"/>
                  <a:pt x="221" y="355"/>
                  <a:pt x="221" y="355"/>
                </a:cubicBezTo>
                <a:cubicBezTo>
                  <a:pt x="398" y="186"/>
                  <a:pt x="398" y="186"/>
                  <a:pt x="398" y="186"/>
                </a:cubicBezTo>
                <a:cubicBezTo>
                  <a:pt x="442" y="151"/>
                  <a:pt x="442" y="80"/>
                  <a:pt x="398" y="36"/>
                </a:cubicBezTo>
                <a:close/>
                <a:moveTo>
                  <a:pt x="372" y="160"/>
                </a:moveTo>
                <a:lnTo>
                  <a:pt x="372" y="160"/>
                </a:lnTo>
                <a:cubicBezTo>
                  <a:pt x="221" y="301"/>
                  <a:pt x="221" y="301"/>
                  <a:pt x="221" y="301"/>
                </a:cubicBezTo>
                <a:cubicBezTo>
                  <a:pt x="70" y="160"/>
                  <a:pt x="70" y="160"/>
                  <a:pt x="70" y="160"/>
                </a:cubicBezTo>
                <a:cubicBezTo>
                  <a:pt x="53" y="151"/>
                  <a:pt x="44" y="133"/>
                  <a:pt x="44" y="116"/>
                </a:cubicBezTo>
                <a:cubicBezTo>
                  <a:pt x="44" y="89"/>
                  <a:pt x="53" y="80"/>
                  <a:pt x="70" y="62"/>
                </a:cubicBezTo>
                <a:cubicBezTo>
                  <a:pt x="79" y="53"/>
                  <a:pt x="97" y="45"/>
                  <a:pt x="115" y="45"/>
                </a:cubicBezTo>
                <a:cubicBezTo>
                  <a:pt x="141" y="45"/>
                  <a:pt x="159" y="53"/>
                  <a:pt x="168" y="71"/>
                </a:cubicBezTo>
                <a:cubicBezTo>
                  <a:pt x="221" y="116"/>
                  <a:pt x="221" y="116"/>
                  <a:pt x="221" y="116"/>
                </a:cubicBezTo>
                <a:cubicBezTo>
                  <a:pt x="275" y="71"/>
                  <a:pt x="275" y="71"/>
                  <a:pt x="275" y="71"/>
                </a:cubicBezTo>
                <a:cubicBezTo>
                  <a:pt x="283" y="53"/>
                  <a:pt x="301" y="45"/>
                  <a:pt x="328" y="45"/>
                </a:cubicBezTo>
                <a:cubicBezTo>
                  <a:pt x="345" y="45"/>
                  <a:pt x="363" y="53"/>
                  <a:pt x="372" y="62"/>
                </a:cubicBezTo>
                <a:cubicBezTo>
                  <a:pt x="389" y="80"/>
                  <a:pt x="398" y="89"/>
                  <a:pt x="398" y="116"/>
                </a:cubicBezTo>
                <a:cubicBezTo>
                  <a:pt x="398" y="133"/>
                  <a:pt x="389" y="151"/>
                  <a:pt x="372" y="160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99" name="Freeform 89"/>
          <p:cNvSpPr>
            <a:spLocks noChangeArrowheads="1"/>
          </p:cNvSpPr>
          <p:nvPr/>
        </p:nvSpPr>
        <p:spPr bwMode="auto">
          <a:xfrm>
            <a:off x="2215125" y="5066314"/>
            <a:ext cx="343497" cy="337608"/>
          </a:xfrm>
          <a:custGeom>
            <a:avLst/>
            <a:gdLst>
              <a:gd name="T0" fmla="*/ 230 w 462"/>
              <a:gd name="T1" fmla="*/ 0 h 453"/>
              <a:gd name="T2" fmla="*/ 230 w 462"/>
              <a:gd name="T3" fmla="*/ 0 h 453"/>
              <a:gd name="T4" fmla="*/ 0 w 462"/>
              <a:gd name="T5" fmla="*/ 222 h 453"/>
              <a:gd name="T6" fmla="*/ 230 w 462"/>
              <a:gd name="T7" fmla="*/ 452 h 453"/>
              <a:gd name="T8" fmla="*/ 461 w 462"/>
              <a:gd name="T9" fmla="*/ 222 h 453"/>
              <a:gd name="T10" fmla="*/ 230 w 462"/>
              <a:gd name="T11" fmla="*/ 0 h 453"/>
              <a:gd name="T12" fmla="*/ 230 w 462"/>
              <a:gd name="T13" fmla="*/ 302 h 453"/>
              <a:gd name="T14" fmla="*/ 230 w 462"/>
              <a:gd name="T15" fmla="*/ 302 h 453"/>
              <a:gd name="T16" fmla="*/ 159 w 462"/>
              <a:gd name="T17" fmla="*/ 222 h 453"/>
              <a:gd name="T18" fmla="*/ 230 w 462"/>
              <a:gd name="T19" fmla="*/ 151 h 453"/>
              <a:gd name="T20" fmla="*/ 301 w 462"/>
              <a:gd name="T21" fmla="*/ 222 h 453"/>
              <a:gd name="T22" fmla="*/ 230 w 462"/>
              <a:gd name="T23" fmla="*/ 302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62" h="453">
                <a:moveTo>
                  <a:pt x="230" y="0"/>
                </a:moveTo>
                <a:lnTo>
                  <a:pt x="230" y="0"/>
                </a:lnTo>
                <a:cubicBezTo>
                  <a:pt x="106" y="0"/>
                  <a:pt x="0" y="98"/>
                  <a:pt x="0" y="222"/>
                </a:cubicBezTo>
                <a:cubicBezTo>
                  <a:pt x="0" y="346"/>
                  <a:pt x="106" y="452"/>
                  <a:pt x="230" y="452"/>
                </a:cubicBezTo>
                <a:cubicBezTo>
                  <a:pt x="354" y="452"/>
                  <a:pt x="461" y="346"/>
                  <a:pt x="461" y="222"/>
                </a:cubicBezTo>
                <a:cubicBezTo>
                  <a:pt x="461" y="98"/>
                  <a:pt x="354" y="0"/>
                  <a:pt x="230" y="0"/>
                </a:cubicBezTo>
                <a:close/>
                <a:moveTo>
                  <a:pt x="230" y="302"/>
                </a:moveTo>
                <a:lnTo>
                  <a:pt x="230" y="302"/>
                </a:lnTo>
                <a:cubicBezTo>
                  <a:pt x="186" y="302"/>
                  <a:pt x="159" y="266"/>
                  <a:pt x="159" y="222"/>
                </a:cubicBezTo>
                <a:cubicBezTo>
                  <a:pt x="159" y="187"/>
                  <a:pt x="186" y="151"/>
                  <a:pt x="230" y="151"/>
                </a:cubicBezTo>
                <a:cubicBezTo>
                  <a:pt x="274" y="151"/>
                  <a:pt x="301" y="187"/>
                  <a:pt x="301" y="222"/>
                </a:cubicBezTo>
                <a:cubicBezTo>
                  <a:pt x="301" y="266"/>
                  <a:pt x="274" y="302"/>
                  <a:pt x="230" y="302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00" name="Freeform 97"/>
          <p:cNvSpPr>
            <a:spLocks noChangeArrowheads="1"/>
          </p:cNvSpPr>
          <p:nvPr/>
        </p:nvSpPr>
        <p:spPr bwMode="auto">
          <a:xfrm>
            <a:off x="2937449" y="5074165"/>
            <a:ext cx="369014" cy="316997"/>
          </a:xfrm>
          <a:custGeom>
            <a:avLst/>
            <a:gdLst>
              <a:gd name="T0" fmla="*/ 230 w 497"/>
              <a:gd name="T1" fmla="*/ 231 h 426"/>
              <a:gd name="T2" fmla="*/ 230 w 497"/>
              <a:gd name="T3" fmla="*/ 231 h 426"/>
              <a:gd name="T4" fmla="*/ 274 w 497"/>
              <a:gd name="T5" fmla="*/ 231 h 426"/>
              <a:gd name="T6" fmla="*/ 274 w 497"/>
              <a:gd name="T7" fmla="*/ 275 h 426"/>
              <a:gd name="T8" fmla="*/ 496 w 497"/>
              <a:gd name="T9" fmla="*/ 275 h 426"/>
              <a:gd name="T10" fmla="*/ 487 w 497"/>
              <a:gd name="T11" fmla="*/ 133 h 426"/>
              <a:gd name="T12" fmla="*/ 443 w 497"/>
              <a:gd name="T13" fmla="*/ 80 h 426"/>
              <a:gd name="T14" fmla="*/ 363 w 497"/>
              <a:gd name="T15" fmla="*/ 80 h 426"/>
              <a:gd name="T16" fmla="*/ 337 w 497"/>
              <a:gd name="T17" fmla="*/ 27 h 426"/>
              <a:gd name="T18" fmla="*/ 300 w 497"/>
              <a:gd name="T19" fmla="*/ 0 h 426"/>
              <a:gd name="T20" fmla="*/ 194 w 497"/>
              <a:gd name="T21" fmla="*/ 0 h 426"/>
              <a:gd name="T22" fmla="*/ 168 w 497"/>
              <a:gd name="T23" fmla="*/ 27 h 426"/>
              <a:gd name="T24" fmla="*/ 133 w 497"/>
              <a:gd name="T25" fmla="*/ 80 h 426"/>
              <a:gd name="T26" fmla="*/ 53 w 497"/>
              <a:gd name="T27" fmla="*/ 80 h 426"/>
              <a:gd name="T28" fmla="*/ 9 w 497"/>
              <a:gd name="T29" fmla="*/ 133 h 426"/>
              <a:gd name="T30" fmla="*/ 0 w 497"/>
              <a:gd name="T31" fmla="*/ 275 h 426"/>
              <a:gd name="T32" fmla="*/ 230 w 497"/>
              <a:gd name="T33" fmla="*/ 275 h 426"/>
              <a:gd name="T34" fmla="*/ 230 w 497"/>
              <a:gd name="T35" fmla="*/ 231 h 426"/>
              <a:gd name="T36" fmla="*/ 186 w 497"/>
              <a:gd name="T37" fmla="*/ 53 h 426"/>
              <a:gd name="T38" fmla="*/ 186 w 497"/>
              <a:gd name="T39" fmla="*/ 53 h 426"/>
              <a:gd name="T40" fmla="*/ 212 w 497"/>
              <a:gd name="T41" fmla="*/ 36 h 426"/>
              <a:gd name="T42" fmla="*/ 284 w 497"/>
              <a:gd name="T43" fmla="*/ 36 h 426"/>
              <a:gd name="T44" fmla="*/ 309 w 497"/>
              <a:gd name="T45" fmla="*/ 53 h 426"/>
              <a:gd name="T46" fmla="*/ 319 w 497"/>
              <a:gd name="T47" fmla="*/ 80 h 426"/>
              <a:gd name="T48" fmla="*/ 177 w 497"/>
              <a:gd name="T49" fmla="*/ 80 h 426"/>
              <a:gd name="T50" fmla="*/ 186 w 497"/>
              <a:gd name="T51" fmla="*/ 53 h 426"/>
              <a:gd name="T52" fmla="*/ 274 w 497"/>
              <a:gd name="T53" fmla="*/ 355 h 426"/>
              <a:gd name="T54" fmla="*/ 274 w 497"/>
              <a:gd name="T55" fmla="*/ 355 h 426"/>
              <a:gd name="T56" fmla="*/ 230 w 497"/>
              <a:gd name="T57" fmla="*/ 355 h 426"/>
              <a:gd name="T58" fmla="*/ 230 w 497"/>
              <a:gd name="T59" fmla="*/ 302 h 426"/>
              <a:gd name="T60" fmla="*/ 9 w 497"/>
              <a:gd name="T61" fmla="*/ 302 h 426"/>
              <a:gd name="T62" fmla="*/ 17 w 497"/>
              <a:gd name="T63" fmla="*/ 381 h 426"/>
              <a:gd name="T64" fmla="*/ 62 w 497"/>
              <a:gd name="T65" fmla="*/ 425 h 426"/>
              <a:gd name="T66" fmla="*/ 434 w 497"/>
              <a:gd name="T67" fmla="*/ 425 h 426"/>
              <a:gd name="T68" fmla="*/ 478 w 497"/>
              <a:gd name="T69" fmla="*/ 381 h 426"/>
              <a:gd name="T70" fmla="*/ 487 w 497"/>
              <a:gd name="T71" fmla="*/ 302 h 426"/>
              <a:gd name="T72" fmla="*/ 274 w 497"/>
              <a:gd name="T73" fmla="*/ 302 h 426"/>
              <a:gd name="T74" fmla="*/ 274 w 497"/>
              <a:gd name="T75" fmla="*/ 355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97" h="426">
                <a:moveTo>
                  <a:pt x="230" y="231"/>
                </a:moveTo>
                <a:lnTo>
                  <a:pt x="230" y="231"/>
                </a:lnTo>
                <a:cubicBezTo>
                  <a:pt x="274" y="231"/>
                  <a:pt x="274" y="231"/>
                  <a:pt x="274" y="231"/>
                </a:cubicBezTo>
                <a:cubicBezTo>
                  <a:pt x="274" y="275"/>
                  <a:pt x="274" y="275"/>
                  <a:pt x="274" y="275"/>
                </a:cubicBezTo>
                <a:cubicBezTo>
                  <a:pt x="496" y="275"/>
                  <a:pt x="496" y="275"/>
                  <a:pt x="496" y="275"/>
                </a:cubicBezTo>
                <a:cubicBezTo>
                  <a:pt x="496" y="275"/>
                  <a:pt x="496" y="168"/>
                  <a:pt x="487" y="133"/>
                </a:cubicBezTo>
                <a:cubicBezTo>
                  <a:pt x="487" y="97"/>
                  <a:pt x="478" y="80"/>
                  <a:pt x="443" y="80"/>
                </a:cubicBezTo>
                <a:cubicBezTo>
                  <a:pt x="363" y="80"/>
                  <a:pt x="363" y="80"/>
                  <a:pt x="363" y="80"/>
                </a:cubicBezTo>
                <a:cubicBezTo>
                  <a:pt x="345" y="53"/>
                  <a:pt x="337" y="27"/>
                  <a:pt x="337" y="27"/>
                </a:cubicBezTo>
                <a:cubicBezTo>
                  <a:pt x="328" y="9"/>
                  <a:pt x="319" y="0"/>
                  <a:pt x="300" y="0"/>
                </a:cubicBezTo>
                <a:cubicBezTo>
                  <a:pt x="194" y="0"/>
                  <a:pt x="194" y="0"/>
                  <a:pt x="194" y="0"/>
                </a:cubicBezTo>
                <a:cubicBezTo>
                  <a:pt x="177" y="0"/>
                  <a:pt x="168" y="9"/>
                  <a:pt x="168" y="27"/>
                </a:cubicBezTo>
                <a:cubicBezTo>
                  <a:pt x="159" y="27"/>
                  <a:pt x="150" y="53"/>
                  <a:pt x="133" y="80"/>
                </a:cubicBezTo>
                <a:cubicBezTo>
                  <a:pt x="53" y="80"/>
                  <a:pt x="53" y="80"/>
                  <a:pt x="53" y="80"/>
                </a:cubicBezTo>
                <a:cubicBezTo>
                  <a:pt x="17" y="80"/>
                  <a:pt x="9" y="97"/>
                  <a:pt x="9" y="133"/>
                </a:cubicBezTo>
                <a:cubicBezTo>
                  <a:pt x="0" y="168"/>
                  <a:pt x="0" y="275"/>
                  <a:pt x="0" y="275"/>
                </a:cubicBezTo>
                <a:cubicBezTo>
                  <a:pt x="230" y="275"/>
                  <a:pt x="230" y="275"/>
                  <a:pt x="230" y="275"/>
                </a:cubicBezTo>
                <a:lnTo>
                  <a:pt x="230" y="231"/>
                </a:lnTo>
                <a:close/>
                <a:moveTo>
                  <a:pt x="186" y="53"/>
                </a:moveTo>
                <a:lnTo>
                  <a:pt x="186" y="53"/>
                </a:lnTo>
                <a:cubicBezTo>
                  <a:pt x="194" y="44"/>
                  <a:pt x="194" y="36"/>
                  <a:pt x="212" y="36"/>
                </a:cubicBezTo>
                <a:cubicBezTo>
                  <a:pt x="284" y="36"/>
                  <a:pt x="284" y="36"/>
                  <a:pt x="284" y="36"/>
                </a:cubicBezTo>
                <a:cubicBezTo>
                  <a:pt x="300" y="36"/>
                  <a:pt x="300" y="44"/>
                  <a:pt x="309" y="53"/>
                </a:cubicBezTo>
                <a:cubicBezTo>
                  <a:pt x="309" y="53"/>
                  <a:pt x="319" y="71"/>
                  <a:pt x="319" y="80"/>
                </a:cubicBezTo>
                <a:cubicBezTo>
                  <a:pt x="177" y="80"/>
                  <a:pt x="177" y="80"/>
                  <a:pt x="177" y="80"/>
                </a:cubicBezTo>
                <a:cubicBezTo>
                  <a:pt x="186" y="71"/>
                  <a:pt x="186" y="53"/>
                  <a:pt x="186" y="53"/>
                </a:cubicBezTo>
                <a:close/>
                <a:moveTo>
                  <a:pt x="274" y="355"/>
                </a:moveTo>
                <a:lnTo>
                  <a:pt x="274" y="355"/>
                </a:lnTo>
                <a:cubicBezTo>
                  <a:pt x="230" y="355"/>
                  <a:pt x="230" y="355"/>
                  <a:pt x="230" y="355"/>
                </a:cubicBezTo>
                <a:cubicBezTo>
                  <a:pt x="230" y="302"/>
                  <a:pt x="230" y="302"/>
                  <a:pt x="230" y="302"/>
                </a:cubicBezTo>
                <a:cubicBezTo>
                  <a:pt x="9" y="302"/>
                  <a:pt x="9" y="302"/>
                  <a:pt x="9" y="302"/>
                </a:cubicBezTo>
                <a:cubicBezTo>
                  <a:pt x="9" y="302"/>
                  <a:pt x="17" y="346"/>
                  <a:pt x="17" y="381"/>
                </a:cubicBezTo>
                <a:cubicBezTo>
                  <a:pt x="17" y="399"/>
                  <a:pt x="26" y="425"/>
                  <a:pt x="62" y="425"/>
                </a:cubicBezTo>
                <a:cubicBezTo>
                  <a:pt x="434" y="425"/>
                  <a:pt x="434" y="425"/>
                  <a:pt x="434" y="425"/>
                </a:cubicBezTo>
                <a:cubicBezTo>
                  <a:pt x="469" y="425"/>
                  <a:pt x="478" y="399"/>
                  <a:pt x="478" y="381"/>
                </a:cubicBezTo>
                <a:cubicBezTo>
                  <a:pt x="478" y="346"/>
                  <a:pt x="487" y="302"/>
                  <a:pt x="487" y="302"/>
                </a:cubicBezTo>
                <a:cubicBezTo>
                  <a:pt x="274" y="302"/>
                  <a:pt x="274" y="302"/>
                  <a:pt x="274" y="302"/>
                </a:cubicBezTo>
                <a:lnTo>
                  <a:pt x="274" y="355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01" name="Freeform 101"/>
          <p:cNvSpPr>
            <a:spLocks noChangeArrowheads="1"/>
          </p:cNvSpPr>
          <p:nvPr/>
        </p:nvSpPr>
        <p:spPr bwMode="auto">
          <a:xfrm>
            <a:off x="3670568" y="4359693"/>
            <a:ext cx="368031" cy="282648"/>
          </a:xfrm>
          <a:custGeom>
            <a:avLst/>
            <a:gdLst>
              <a:gd name="T0" fmla="*/ 80 w 497"/>
              <a:gd name="T1" fmla="*/ 248 h 382"/>
              <a:gd name="T2" fmla="*/ 80 w 497"/>
              <a:gd name="T3" fmla="*/ 248 h 382"/>
              <a:gd name="T4" fmla="*/ 159 w 497"/>
              <a:gd name="T5" fmla="*/ 328 h 382"/>
              <a:gd name="T6" fmla="*/ 248 w 497"/>
              <a:gd name="T7" fmla="*/ 381 h 382"/>
              <a:gd name="T8" fmla="*/ 337 w 497"/>
              <a:gd name="T9" fmla="*/ 337 h 382"/>
              <a:gd name="T10" fmla="*/ 390 w 497"/>
              <a:gd name="T11" fmla="*/ 258 h 382"/>
              <a:gd name="T12" fmla="*/ 248 w 497"/>
              <a:gd name="T13" fmla="*/ 328 h 382"/>
              <a:gd name="T14" fmla="*/ 80 w 497"/>
              <a:gd name="T15" fmla="*/ 248 h 382"/>
              <a:gd name="T16" fmla="*/ 487 w 497"/>
              <a:gd name="T17" fmla="*/ 124 h 382"/>
              <a:gd name="T18" fmla="*/ 487 w 497"/>
              <a:gd name="T19" fmla="*/ 124 h 382"/>
              <a:gd name="T20" fmla="*/ 274 w 497"/>
              <a:gd name="T21" fmla="*/ 9 h 382"/>
              <a:gd name="T22" fmla="*/ 221 w 497"/>
              <a:gd name="T23" fmla="*/ 9 h 382"/>
              <a:gd name="T24" fmla="*/ 9 w 497"/>
              <a:gd name="T25" fmla="*/ 124 h 382"/>
              <a:gd name="T26" fmla="*/ 9 w 497"/>
              <a:gd name="T27" fmla="*/ 160 h 382"/>
              <a:gd name="T28" fmla="*/ 221 w 497"/>
              <a:gd name="T29" fmla="*/ 275 h 382"/>
              <a:gd name="T30" fmla="*/ 274 w 497"/>
              <a:gd name="T31" fmla="*/ 275 h 382"/>
              <a:gd name="T32" fmla="*/ 408 w 497"/>
              <a:gd name="T33" fmla="*/ 195 h 382"/>
              <a:gd name="T34" fmla="*/ 266 w 497"/>
              <a:gd name="T35" fmla="*/ 160 h 382"/>
              <a:gd name="T36" fmla="*/ 248 w 497"/>
              <a:gd name="T37" fmla="*/ 168 h 382"/>
              <a:gd name="T38" fmla="*/ 203 w 497"/>
              <a:gd name="T39" fmla="*/ 133 h 382"/>
              <a:gd name="T40" fmla="*/ 248 w 497"/>
              <a:gd name="T41" fmla="*/ 107 h 382"/>
              <a:gd name="T42" fmla="*/ 293 w 497"/>
              <a:gd name="T43" fmla="*/ 124 h 382"/>
              <a:gd name="T44" fmla="*/ 443 w 497"/>
              <a:gd name="T45" fmla="*/ 177 h 382"/>
              <a:gd name="T46" fmla="*/ 487 w 497"/>
              <a:gd name="T47" fmla="*/ 160 h 382"/>
              <a:gd name="T48" fmla="*/ 487 w 497"/>
              <a:gd name="T49" fmla="*/ 124 h 382"/>
              <a:gd name="T50" fmla="*/ 425 w 497"/>
              <a:gd name="T51" fmla="*/ 346 h 382"/>
              <a:gd name="T52" fmla="*/ 425 w 497"/>
              <a:gd name="T53" fmla="*/ 346 h 382"/>
              <a:gd name="T54" fmla="*/ 461 w 497"/>
              <a:gd name="T55" fmla="*/ 337 h 382"/>
              <a:gd name="T56" fmla="*/ 443 w 497"/>
              <a:gd name="T57" fmla="*/ 177 h 382"/>
              <a:gd name="T58" fmla="*/ 408 w 497"/>
              <a:gd name="T59" fmla="*/ 195 h 382"/>
              <a:gd name="T60" fmla="*/ 425 w 497"/>
              <a:gd name="T61" fmla="*/ 346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497" h="382">
                <a:moveTo>
                  <a:pt x="80" y="248"/>
                </a:moveTo>
                <a:lnTo>
                  <a:pt x="80" y="248"/>
                </a:lnTo>
                <a:cubicBezTo>
                  <a:pt x="97" y="293"/>
                  <a:pt x="106" y="311"/>
                  <a:pt x="159" y="328"/>
                </a:cubicBezTo>
                <a:cubicBezTo>
                  <a:pt x="203" y="355"/>
                  <a:pt x="230" y="381"/>
                  <a:pt x="248" y="381"/>
                </a:cubicBezTo>
                <a:cubicBezTo>
                  <a:pt x="266" y="381"/>
                  <a:pt x="293" y="355"/>
                  <a:pt x="337" y="337"/>
                </a:cubicBezTo>
                <a:cubicBezTo>
                  <a:pt x="390" y="311"/>
                  <a:pt x="372" y="311"/>
                  <a:pt x="390" y="258"/>
                </a:cubicBezTo>
                <a:cubicBezTo>
                  <a:pt x="248" y="328"/>
                  <a:pt x="248" y="328"/>
                  <a:pt x="248" y="328"/>
                </a:cubicBezTo>
                <a:lnTo>
                  <a:pt x="80" y="248"/>
                </a:lnTo>
                <a:close/>
                <a:moveTo>
                  <a:pt x="487" y="124"/>
                </a:moveTo>
                <a:lnTo>
                  <a:pt x="487" y="124"/>
                </a:lnTo>
                <a:cubicBezTo>
                  <a:pt x="274" y="9"/>
                  <a:pt x="274" y="9"/>
                  <a:pt x="274" y="9"/>
                </a:cubicBezTo>
                <a:cubicBezTo>
                  <a:pt x="266" y="0"/>
                  <a:pt x="239" y="0"/>
                  <a:pt x="221" y="9"/>
                </a:cubicBezTo>
                <a:cubicBezTo>
                  <a:pt x="9" y="124"/>
                  <a:pt x="9" y="124"/>
                  <a:pt x="9" y="124"/>
                </a:cubicBezTo>
                <a:cubicBezTo>
                  <a:pt x="0" y="133"/>
                  <a:pt x="0" y="142"/>
                  <a:pt x="9" y="160"/>
                </a:cubicBezTo>
                <a:cubicBezTo>
                  <a:pt x="221" y="275"/>
                  <a:pt x="221" y="275"/>
                  <a:pt x="221" y="275"/>
                </a:cubicBezTo>
                <a:cubicBezTo>
                  <a:pt x="239" y="284"/>
                  <a:pt x="266" y="284"/>
                  <a:pt x="274" y="275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266" y="160"/>
                  <a:pt x="266" y="160"/>
                  <a:pt x="266" y="160"/>
                </a:cubicBezTo>
                <a:cubicBezTo>
                  <a:pt x="257" y="160"/>
                  <a:pt x="257" y="168"/>
                  <a:pt x="248" y="168"/>
                </a:cubicBezTo>
                <a:cubicBezTo>
                  <a:pt x="221" y="168"/>
                  <a:pt x="203" y="151"/>
                  <a:pt x="203" y="133"/>
                </a:cubicBezTo>
                <a:cubicBezTo>
                  <a:pt x="203" y="124"/>
                  <a:pt x="221" y="107"/>
                  <a:pt x="248" y="107"/>
                </a:cubicBezTo>
                <a:cubicBezTo>
                  <a:pt x="266" y="107"/>
                  <a:pt x="284" y="115"/>
                  <a:pt x="293" y="124"/>
                </a:cubicBezTo>
                <a:cubicBezTo>
                  <a:pt x="443" y="177"/>
                  <a:pt x="443" y="177"/>
                  <a:pt x="443" y="177"/>
                </a:cubicBezTo>
                <a:cubicBezTo>
                  <a:pt x="487" y="160"/>
                  <a:pt x="487" y="160"/>
                  <a:pt x="487" y="160"/>
                </a:cubicBezTo>
                <a:cubicBezTo>
                  <a:pt x="496" y="142"/>
                  <a:pt x="496" y="133"/>
                  <a:pt x="487" y="124"/>
                </a:cubicBezTo>
                <a:close/>
                <a:moveTo>
                  <a:pt x="425" y="346"/>
                </a:moveTo>
                <a:lnTo>
                  <a:pt x="425" y="346"/>
                </a:lnTo>
                <a:cubicBezTo>
                  <a:pt x="416" y="355"/>
                  <a:pt x="452" y="364"/>
                  <a:pt x="461" y="337"/>
                </a:cubicBezTo>
                <a:cubicBezTo>
                  <a:pt x="469" y="213"/>
                  <a:pt x="443" y="177"/>
                  <a:pt x="443" y="177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408" y="195"/>
                  <a:pt x="443" y="222"/>
                  <a:pt x="425" y="346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02" name="Freeform 103"/>
          <p:cNvSpPr>
            <a:spLocks noChangeArrowheads="1"/>
          </p:cNvSpPr>
          <p:nvPr/>
        </p:nvSpPr>
        <p:spPr bwMode="auto">
          <a:xfrm>
            <a:off x="2241624" y="4320436"/>
            <a:ext cx="285593" cy="361162"/>
          </a:xfrm>
          <a:custGeom>
            <a:avLst/>
            <a:gdLst>
              <a:gd name="T0" fmla="*/ 116 w 383"/>
              <a:gd name="T1" fmla="*/ 62 h 488"/>
              <a:gd name="T2" fmla="*/ 116 w 383"/>
              <a:gd name="T3" fmla="*/ 62 h 488"/>
              <a:gd name="T4" fmla="*/ 116 w 383"/>
              <a:gd name="T5" fmla="*/ 355 h 488"/>
              <a:gd name="T6" fmla="*/ 63 w 383"/>
              <a:gd name="T7" fmla="*/ 364 h 488"/>
              <a:gd name="T8" fmla="*/ 18 w 383"/>
              <a:gd name="T9" fmla="*/ 443 h 488"/>
              <a:gd name="T10" fmla="*/ 98 w 383"/>
              <a:gd name="T11" fmla="*/ 470 h 488"/>
              <a:gd name="T12" fmla="*/ 160 w 383"/>
              <a:gd name="T13" fmla="*/ 399 h 488"/>
              <a:gd name="T14" fmla="*/ 160 w 383"/>
              <a:gd name="T15" fmla="*/ 160 h 488"/>
              <a:gd name="T16" fmla="*/ 337 w 383"/>
              <a:gd name="T17" fmla="*/ 115 h 488"/>
              <a:gd name="T18" fmla="*/ 337 w 383"/>
              <a:gd name="T19" fmla="*/ 311 h 488"/>
              <a:gd name="T20" fmla="*/ 284 w 383"/>
              <a:gd name="T21" fmla="*/ 311 h 488"/>
              <a:gd name="T22" fmla="*/ 239 w 383"/>
              <a:gd name="T23" fmla="*/ 399 h 488"/>
              <a:gd name="T24" fmla="*/ 319 w 383"/>
              <a:gd name="T25" fmla="*/ 425 h 488"/>
              <a:gd name="T26" fmla="*/ 382 w 383"/>
              <a:gd name="T27" fmla="*/ 355 h 488"/>
              <a:gd name="T28" fmla="*/ 382 w 383"/>
              <a:gd name="T29" fmla="*/ 0 h 488"/>
              <a:gd name="T30" fmla="*/ 116 w 383"/>
              <a:gd name="T31" fmla="*/ 62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83" h="488">
                <a:moveTo>
                  <a:pt x="116" y="62"/>
                </a:moveTo>
                <a:lnTo>
                  <a:pt x="116" y="62"/>
                </a:lnTo>
                <a:cubicBezTo>
                  <a:pt x="116" y="355"/>
                  <a:pt x="116" y="355"/>
                  <a:pt x="116" y="355"/>
                </a:cubicBezTo>
                <a:cubicBezTo>
                  <a:pt x="98" y="355"/>
                  <a:pt x="80" y="355"/>
                  <a:pt x="63" y="364"/>
                </a:cubicBezTo>
                <a:cubicBezTo>
                  <a:pt x="18" y="372"/>
                  <a:pt x="0" y="417"/>
                  <a:pt x="18" y="443"/>
                </a:cubicBezTo>
                <a:cubicBezTo>
                  <a:pt x="27" y="478"/>
                  <a:pt x="63" y="487"/>
                  <a:pt x="98" y="470"/>
                </a:cubicBezTo>
                <a:cubicBezTo>
                  <a:pt x="133" y="461"/>
                  <a:pt x="160" y="434"/>
                  <a:pt x="160" y="399"/>
                </a:cubicBezTo>
                <a:cubicBezTo>
                  <a:pt x="160" y="399"/>
                  <a:pt x="160" y="248"/>
                  <a:pt x="160" y="160"/>
                </a:cubicBezTo>
                <a:cubicBezTo>
                  <a:pt x="337" y="115"/>
                  <a:pt x="337" y="115"/>
                  <a:pt x="337" y="115"/>
                </a:cubicBezTo>
                <a:cubicBezTo>
                  <a:pt x="337" y="311"/>
                  <a:pt x="337" y="311"/>
                  <a:pt x="337" y="311"/>
                </a:cubicBezTo>
                <a:cubicBezTo>
                  <a:pt x="319" y="301"/>
                  <a:pt x="301" y="301"/>
                  <a:pt x="284" y="311"/>
                </a:cubicBezTo>
                <a:cubicBezTo>
                  <a:pt x="239" y="328"/>
                  <a:pt x="222" y="364"/>
                  <a:pt x="239" y="399"/>
                </a:cubicBezTo>
                <a:cubicBezTo>
                  <a:pt x="248" y="425"/>
                  <a:pt x="284" y="434"/>
                  <a:pt x="319" y="425"/>
                </a:cubicBezTo>
                <a:cubicBezTo>
                  <a:pt x="355" y="408"/>
                  <a:pt x="382" y="381"/>
                  <a:pt x="382" y="355"/>
                </a:cubicBezTo>
                <a:cubicBezTo>
                  <a:pt x="382" y="0"/>
                  <a:pt x="382" y="0"/>
                  <a:pt x="382" y="0"/>
                </a:cubicBezTo>
                <a:lnTo>
                  <a:pt x="116" y="62"/>
                </a:ln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03" name="Freeform 114"/>
          <p:cNvSpPr>
            <a:spLocks noChangeArrowheads="1"/>
          </p:cNvSpPr>
          <p:nvPr/>
        </p:nvSpPr>
        <p:spPr bwMode="auto">
          <a:xfrm>
            <a:off x="2950208" y="4320436"/>
            <a:ext cx="343497" cy="361162"/>
          </a:xfrm>
          <a:custGeom>
            <a:avLst/>
            <a:gdLst>
              <a:gd name="T0" fmla="*/ 443 w 462"/>
              <a:gd name="T1" fmla="*/ 301 h 488"/>
              <a:gd name="T2" fmla="*/ 443 w 462"/>
              <a:gd name="T3" fmla="*/ 301 h 488"/>
              <a:gd name="T4" fmla="*/ 408 w 462"/>
              <a:gd name="T5" fmla="*/ 266 h 488"/>
              <a:gd name="T6" fmla="*/ 408 w 462"/>
              <a:gd name="T7" fmla="*/ 221 h 488"/>
              <a:gd name="T8" fmla="*/ 443 w 462"/>
              <a:gd name="T9" fmla="*/ 186 h 488"/>
              <a:gd name="T10" fmla="*/ 443 w 462"/>
              <a:gd name="T11" fmla="*/ 160 h 488"/>
              <a:gd name="T12" fmla="*/ 381 w 462"/>
              <a:gd name="T13" fmla="*/ 151 h 488"/>
              <a:gd name="T14" fmla="*/ 364 w 462"/>
              <a:gd name="T15" fmla="*/ 124 h 488"/>
              <a:gd name="T16" fmla="*/ 390 w 462"/>
              <a:gd name="T17" fmla="*/ 36 h 488"/>
              <a:gd name="T18" fmla="*/ 381 w 462"/>
              <a:gd name="T19" fmla="*/ 27 h 488"/>
              <a:gd name="T20" fmla="*/ 311 w 462"/>
              <a:gd name="T21" fmla="*/ 71 h 488"/>
              <a:gd name="T22" fmla="*/ 267 w 462"/>
              <a:gd name="T23" fmla="*/ 53 h 488"/>
              <a:gd name="T24" fmla="*/ 248 w 462"/>
              <a:gd name="T25" fmla="*/ 17 h 488"/>
              <a:gd name="T26" fmla="*/ 213 w 462"/>
              <a:gd name="T27" fmla="*/ 17 h 488"/>
              <a:gd name="T28" fmla="*/ 195 w 462"/>
              <a:gd name="T29" fmla="*/ 53 h 488"/>
              <a:gd name="T30" fmla="*/ 151 w 462"/>
              <a:gd name="T31" fmla="*/ 71 h 488"/>
              <a:gd name="T32" fmla="*/ 116 w 462"/>
              <a:gd name="T33" fmla="*/ 53 h 488"/>
              <a:gd name="T34" fmla="*/ 89 w 462"/>
              <a:gd name="T35" fmla="*/ 71 h 488"/>
              <a:gd name="T36" fmla="*/ 89 w 462"/>
              <a:gd name="T37" fmla="*/ 106 h 488"/>
              <a:gd name="T38" fmla="*/ 63 w 462"/>
              <a:gd name="T39" fmla="*/ 142 h 488"/>
              <a:gd name="T40" fmla="*/ 18 w 462"/>
              <a:gd name="T41" fmla="*/ 160 h 488"/>
              <a:gd name="T42" fmla="*/ 18 w 462"/>
              <a:gd name="T43" fmla="*/ 186 h 488"/>
              <a:gd name="T44" fmla="*/ 63 w 462"/>
              <a:gd name="T45" fmla="*/ 221 h 488"/>
              <a:gd name="T46" fmla="*/ 63 w 462"/>
              <a:gd name="T47" fmla="*/ 266 h 488"/>
              <a:gd name="T48" fmla="*/ 18 w 462"/>
              <a:gd name="T49" fmla="*/ 301 h 488"/>
              <a:gd name="T50" fmla="*/ 27 w 462"/>
              <a:gd name="T51" fmla="*/ 319 h 488"/>
              <a:gd name="T52" fmla="*/ 71 w 462"/>
              <a:gd name="T53" fmla="*/ 328 h 488"/>
              <a:gd name="T54" fmla="*/ 98 w 462"/>
              <a:gd name="T55" fmla="*/ 364 h 488"/>
              <a:gd name="T56" fmla="*/ 71 w 462"/>
              <a:gd name="T57" fmla="*/ 443 h 488"/>
              <a:gd name="T58" fmla="*/ 89 w 462"/>
              <a:gd name="T59" fmla="*/ 461 h 488"/>
              <a:gd name="T60" fmla="*/ 142 w 462"/>
              <a:gd name="T61" fmla="*/ 425 h 488"/>
              <a:gd name="T62" fmla="*/ 186 w 462"/>
              <a:gd name="T63" fmla="*/ 434 h 488"/>
              <a:gd name="T64" fmla="*/ 213 w 462"/>
              <a:gd name="T65" fmla="*/ 470 h 488"/>
              <a:gd name="T66" fmla="*/ 248 w 462"/>
              <a:gd name="T67" fmla="*/ 470 h 488"/>
              <a:gd name="T68" fmla="*/ 267 w 462"/>
              <a:gd name="T69" fmla="*/ 425 h 488"/>
              <a:gd name="T70" fmla="*/ 311 w 462"/>
              <a:gd name="T71" fmla="*/ 408 h 488"/>
              <a:gd name="T72" fmla="*/ 355 w 462"/>
              <a:gd name="T73" fmla="*/ 434 h 488"/>
              <a:gd name="T74" fmla="*/ 373 w 462"/>
              <a:gd name="T75" fmla="*/ 417 h 488"/>
              <a:gd name="T76" fmla="*/ 373 w 462"/>
              <a:gd name="T77" fmla="*/ 372 h 488"/>
              <a:gd name="T78" fmla="*/ 399 w 462"/>
              <a:gd name="T79" fmla="*/ 337 h 488"/>
              <a:gd name="T80" fmla="*/ 443 w 462"/>
              <a:gd name="T81" fmla="*/ 328 h 488"/>
              <a:gd name="T82" fmla="*/ 443 w 462"/>
              <a:gd name="T83" fmla="*/ 301 h 488"/>
              <a:gd name="T84" fmla="*/ 257 w 462"/>
              <a:gd name="T85" fmla="*/ 346 h 488"/>
              <a:gd name="T86" fmla="*/ 257 w 462"/>
              <a:gd name="T87" fmla="*/ 346 h 488"/>
              <a:gd name="T88" fmla="*/ 204 w 462"/>
              <a:gd name="T89" fmla="*/ 346 h 488"/>
              <a:gd name="T90" fmla="*/ 204 w 462"/>
              <a:gd name="T91" fmla="*/ 292 h 488"/>
              <a:gd name="T92" fmla="*/ 257 w 462"/>
              <a:gd name="T93" fmla="*/ 292 h 488"/>
              <a:gd name="T94" fmla="*/ 257 w 462"/>
              <a:gd name="T95" fmla="*/ 346 h 488"/>
              <a:gd name="T96" fmla="*/ 257 w 462"/>
              <a:gd name="T97" fmla="*/ 266 h 488"/>
              <a:gd name="T98" fmla="*/ 257 w 462"/>
              <a:gd name="T99" fmla="*/ 266 h 488"/>
              <a:gd name="T100" fmla="*/ 204 w 462"/>
              <a:gd name="T101" fmla="*/ 266 h 488"/>
              <a:gd name="T102" fmla="*/ 204 w 462"/>
              <a:gd name="T103" fmla="*/ 133 h 488"/>
              <a:gd name="T104" fmla="*/ 257 w 462"/>
              <a:gd name="T105" fmla="*/ 133 h 488"/>
              <a:gd name="T106" fmla="*/ 257 w 462"/>
              <a:gd name="T107" fmla="*/ 266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62" h="488">
                <a:moveTo>
                  <a:pt x="443" y="301"/>
                </a:moveTo>
                <a:lnTo>
                  <a:pt x="443" y="301"/>
                </a:lnTo>
                <a:cubicBezTo>
                  <a:pt x="408" y="266"/>
                  <a:pt x="408" y="266"/>
                  <a:pt x="408" y="266"/>
                </a:cubicBezTo>
                <a:cubicBezTo>
                  <a:pt x="390" y="248"/>
                  <a:pt x="390" y="230"/>
                  <a:pt x="408" y="221"/>
                </a:cubicBezTo>
                <a:cubicBezTo>
                  <a:pt x="443" y="186"/>
                  <a:pt x="443" y="186"/>
                  <a:pt x="443" y="186"/>
                </a:cubicBezTo>
                <a:cubicBezTo>
                  <a:pt x="461" y="168"/>
                  <a:pt x="452" y="160"/>
                  <a:pt x="443" y="160"/>
                </a:cubicBezTo>
                <a:cubicBezTo>
                  <a:pt x="381" y="151"/>
                  <a:pt x="381" y="151"/>
                  <a:pt x="381" y="151"/>
                </a:cubicBezTo>
                <a:cubicBezTo>
                  <a:pt x="364" y="151"/>
                  <a:pt x="355" y="142"/>
                  <a:pt x="364" y="124"/>
                </a:cubicBezTo>
                <a:cubicBezTo>
                  <a:pt x="390" y="36"/>
                  <a:pt x="390" y="36"/>
                  <a:pt x="390" y="36"/>
                </a:cubicBezTo>
                <a:cubicBezTo>
                  <a:pt x="399" y="27"/>
                  <a:pt x="390" y="17"/>
                  <a:pt x="381" y="27"/>
                </a:cubicBezTo>
                <a:cubicBezTo>
                  <a:pt x="311" y="71"/>
                  <a:pt x="311" y="71"/>
                  <a:pt x="311" y="71"/>
                </a:cubicBezTo>
                <a:cubicBezTo>
                  <a:pt x="292" y="80"/>
                  <a:pt x="275" y="71"/>
                  <a:pt x="267" y="53"/>
                </a:cubicBezTo>
                <a:cubicBezTo>
                  <a:pt x="248" y="17"/>
                  <a:pt x="248" y="17"/>
                  <a:pt x="248" y="17"/>
                </a:cubicBezTo>
                <a:cubicBezTo>
                  <a:pt x="239" y="0"/>
                  <a:pt x="222" y="0"/>
                  <a:pt x="213" y="17"/>
                </a:cubicBezTo>
                <a:cubicBezTo>
                  <a:pt x="195" y="53"/>
                  <a:pt x="195" y="53"/>
                  <a:pt x="195" y="53"/>
                </a:cubicBezTo>
                <a:cubicBezTo>
                  <a:pt x="186" y="71"/>
                  <a:pt x="169" y="71"/>
                  <a:pt x="151" y="71"/>
                </a:cubicBezTo>
                <a:cubicBezTo>
                  <a:pt x="116" y="53"/>
                  <a:pt x="116" y="53"/>
                  <a:pt x="116" y="53"/>
                </a:cubicBezTo>
                <a:cubicBezTo>
                  <a:pt x="98" y="45"/>
                  <a:pt x="80" y="53"/>
                  <a:pt x="89" y="71"/>
                </a:cubicBezTo>
                <a:cubicBezTo>
                  <a:pt x="89" y="106"/>
                  <a:pt x="89" y="106"/>
                  <a:pt x="89" y="106"/>
                </a:cubicBezTo>
                <a:cubicBezTo>
                  <a:pt x="89" y="124"/>
                  <a:pt x="80" y="142"/>
                  <a:pt x="63" y="142"/>
                </a:cubicBezTo>
                <a:cubicBezTo>
                  <a:pt x="18" y="160"/>
                  <a:pt x="18" y="160"/>
                  <a:pt x="18" y="160"/>
                </a:cubicBezTo>
                <a:cubicBezTo>
                  <a:pt x="9" y="160"/>
                  <a:pt x="0" y="168"/>
                  <a:pt x="18" y="186"/>
                </a:cubicBezTo>
                <a:cubicBezTo>
                  <a:pt x="63" y="221"/>
                  <a:pt x="63" y="221"/>
                  <a:pt x="63" y="221"/>
                </a:cubicBezTo>
                <a:cubicBezTo>
                  <a:pt x="71" y="230"/>
                  <a:pt x="71" y="248"/>
                  <a:pt x="63" y="266"/>
                </a:cubicBezTo>
                <a:cubicBezTo>
                  <a:pt x="18" y="301"/>
                  <a:pt x="18" y="301"/>
                  <a:pt x="18" y="301"/>
                </a:cubicBezTo>
                <a:cubicBezTo>
                  <a:pt x="0" y="311"/>
                  <a:pt x="9" y="319"/>
                  <a:pt x="27" y="319"/>
                </a:cubicBezTo>
                <a:cubicBezTo>
                  <a:pt x="71" y="328"/>
                  <a:pt x="71" y="328"/>
                  <a:pt x="71" y="328"/>
                </a:cubicBezTo>
                <a:cubicBezTo>
                  <a:pt x="89" y="328"/>
                  <a:pt x="98" y="346"/>
                  <a:pt x="98" y="364"/>
                </a:cubicBezTo>
                <a:cubicBezTo>
                  <a:pt x="71" y="443"/>
                  <a:pt x="71" y="443"/>
                  <a:pt x="71" y="443"/>
                </a:cubicBezTo>
                <a:cubicBezTo>
                  <a:pt x="63" y="461"/>
                  <a:pt x="71" y="461"/>
                  <a:pt x="89" y="461"/>
                </a:cubicBezTo>
                <a:cubicBezTo>
                  <a:pt x="142" y="425"/>
                  <a:pt x="142" y="425"/>
                  <a:pt x="142" y="425"/>
                </a:cubicBezTo>
                <a:cubicBezTo>
                  <a:pt x="160" y="417"/>
                  <a:pt x="177" y="417"/>
                  <a:pt x="186" y="434"/>
                </a:cubicBezTo>
                <a:cubicBezTo>
                  <a:pt x="213" y="470"/>
                  <a:pt x="213" y="470"/>
                  <a:pt x="213" y="470"/>
                </a:cubicBezTo>
                <a:cubicBezTo>
                  <a:pt x="222" y="487"/>
                  <a:pt x="239" y="478"/>
                  <a:pt x="248" y="470"/>
                </a:cubicBezTo>
                <a:cubicBezTo>
                  <a:pt x="267" y="425"/>
                  <a:pt x="267" y="425"/>
                  <a:pt x="267" y="425"/>
                </a:cubicBezTo>
                <a:cubicBezTo>
                  <a:pt x="275" y="408"/>
                  <a:pt x="292" y="408"/>
                  <a:pt x="311" y="408"/>
                </a:cubicBezTo>
                <a:cubicBezTo>
                  <a:pt x="355" y="434"/>
                  <a:pt x="355" y="434"/>
                  <a:pt x="355" y="434"/>
                </a:cubicBezTo>
                <a:cubicBezTo>
                  <a:pt x="364" y="443"/>
                  <a:pt x="381" y="434"/>
                  <a:pt x="373" y="417"/>
                </a:cubicBezTo>
                <a:cubicBezTo>
                  <a:pt x="373" y="372"/>
                  <a:pt x="373" y="372"/>
                  <a:pt x="373" y="372"/>
                </a:cubicBezTo>
                <a:cubicBezTo>
                  <a:pt x="373" y="364"/>
                  <a:pt x="390" y="346"/>
                  <a:pt x="399" y="337"/>
                </a:cubicBezTo>
                <a:cubicBezTo>
                  <a:pt x="443" y="328"/>
                  <a:pt x="443" y="328"/>
                  <a:pt x="443" y="328"/>
                </a:cubicBezTo>
                <a:cubicBezTo>
                  <a:pt x="452" y="319"/>
                  <a:pt x="461" y="311"/>
                  <a:pt x="443" y="301"/>
                </a:cubicBezTo>
                <a:close/>
                <a:moveTo>
                  <a:pt x="257" y="346"/>
                </a:moveTo>
                <a:lnTo>
                  <a:pt x="257" y="346"/>
                </a:lnTo>
                <a:cubicBezTo>
                  <a:pt x="204" y="346"/>
                  <a:pt x="204" y="346"/>
                  <a:pt x="204" y="346"/>
                </a:cubicBezTo>
                <a:cubicBezTo>
                  <a:pt x="204" y="292"/>
                  <a:pt x="204" y="292"/>
                  <a:pt x="204" y="292"/>
                </a:cubicBezTo>
                <a:cubicBezTo>
                  <a:pt x="257" y="292"/>
                  <a:pt x="257" y="292"/>
                  <a:pt x="257" y="292"/>
                </a:cubicBezTo>
                <a:lnTo>
                  <a:pt x="257" y="346"/>
                </a:lnTo>
                <a:close/>
                <a:moveTo>
                  <a:pt x="257" y="266"/>
                </a:moveTo>
                <a:lnTo>
                  <a:pt x="257" y="266"/>
                </a:lnTo>
                <a:cubicBezTo>
                  <a:pt x="204" y="266"/>
                  <a:pt x="204" y="266"/>
                  <a:pt x="204" y="266"/>
                </a:cubicBezTo>
                <a:cubicBezTo>
                  <a:pt x="204" y="133"/>
                  <a:pt x="204" y="133"/>
                  <a:pt x="204" y="133"/>
                </a:cubicBezTo>
                <a:cubicBezTo>
                  <a:pt x="257" y="133"/>
                  <a:pt x="257" y="133"/>
                  <a:pt x="257" y="133"/>
                </a:cubicBezTo>
                <a:lnTo>
                  <a:pt x="257" y="266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04" name="Freeform 119"/>
          <p:cNvSpPr>
            <a:spLocks noChangeArrowheads="1"/>
          </p:cNvSpPr>
          <p:nvPr/>
        </p:nvSpPr>
        <p:spPr bwMode="auto">
          <a:xfrm>
            <a:off x="2202367" y="5802377"/>
            <a:ext cx="369014" cy="329756"/>
          </a:xfrm>
          <a:custGeom>
            <a:avLst/>
            <a:gdLst>
              <a:gd name="T0" fmla="*/ 443 w 497"/>
              <a:gd name="T1" fmla="*/ 70 h 444"/>
              <a:gd name="T2" fmla="*/ 443 w 497"/>
              <a:gd name="T3" fmla="*/ 70 h 444"/>
              <a:gd name="T4" fmla="*/ 426 w 497"/>
              <a:gd name="T5" fmla="*/ 70 h 444"/>
              <a:gd name="T6" fmla="*/ 426 w 497"/>
              <a:gd name="T7" fmla="*/ 443 h 444"/>
              <a:gd name="T8" fmla="*/ 443 w 497"/>
              <a:gd name="T9" fmla="*/ 443 h 444"/>
              <a:gd name="T10" fmla="*/ 496 w 497"/>
              <a:gd name="T11" fmla="*/ 398 h 444"/>
              <a:gd name="T12" fmla="*/ 496 w 497"/>
              <a:gd name="T13" fmla="*/ 124 h 444"/>
              <a:gd name="T14" fmla="*/ 443 w 497"/>
              <a:gd name="T15" fmla="*/ 70 h 444"/>
              <a:gd name="T16" fmla="*/ 0 w 497"/>
              <a:gd name="T17" fmla="*/ 124 h 444"/>
              <a:gd name="T18" fmla="*/ 0 w 497"/>
              <a:gd name="T19" fmla="*/ 124 h 444"/>
              <a:gd name="T20" fmla="*/ 0 w 497"/>
              <a:gd name="T21" fmla="*/ 398 h 444"/>
              <a:gd name="T22" fmla="*/ 53 w 497"/>
              <a:gd name="T23" fmla="*/ 443 h 444"/>
              <a:gd name="T24" fmla="*/ 71 w 497"/>
              <a:gd name="T25" fmla="*/ 443 h 444"/>
              <a:gd name="T26" fmla="*/ 71 w 497"/>
              <a:gd name="T27" fmla="*/ 70 h 444"/>
              <a:gd name="T28" fmla="*/ 53 w 497"/>
              <a:gd name="T29" fmla="*/ 70 h 444"/>
              <a:gd name="T30" fmla="*/ 0 w 497"/>
              <a:gd name="T31" fmla="*/ 124 h 444"/>
              <a:gd name="T32" fmla="*/ 337 w 497"/>
              <a:gd name="T33" fmla="*/ 26 h 444"/>
              <a:gd name="T34" fmla="*/ 337 w 497"/>
              <a:gd name="T35" fmla="*/ 26 h 444"/>
              <a:gd name="T36" fmla="*/ 248 w 497"/>
              <a:gd name="T37" fmla="*/ 0 h 444"/>
              <a:gd name="T38" fmla="*/ 160 w 497"/>
              <a:gd name="T39" fmla="*/ 26 h 444"/>
              <a:gd name="T40" fmla="*/ 160 w 497"/>
              <a:gd name="T41" fmla="*/ 70 h 444"/>
              <a:gd name="T42" fmla="*/ 107 w 497"/>
              <a:gd name="T43" fmla="*/ 70 h 444"/>
              <a:gd name="T44" fmla="*/ 107 w 497"/>
              <a:gd name="T45" fmla="*/ 443 h 444"/>
              <a:gd name="T46" fmla="*/ 390 w 497"/>
              <a:gd name="T47" fmla="*/ 443 h 444"/>
              <a:gd name="T48" fmla="*/ 390 w 497"/>
              <a:gd name="T49" fmla="*/ 70 h 444"/>
              <a:gd name="T50" fmla="*/ 337 w 497"/>
              <a:gd name="T51" fmla="*/ 70 h 444"/>
              <a:gd name="T52" fmla="*/ 337 w 497"/>
              <a:gd name="T53" fmla="*/ 26 h 444"/>
              <a:gd name="T54" fmla="*/ 301 w 497"/>
              <a:gd name="T55" fmla="*/ 70 h 444"/>
              <a:gd name="T56" fmla="*/ 301 w 497"/>
              <a:gd name="T57" fmla="*/ 70 h 444"/>
              <a:gd name="T58" fmla="*/ 195 w 497"/>
              <a:gd name="T59" fmla="*/ 70 h 444"/>
              <a:gd name="T60" fmla="*/ 195 w 497"/>
              <a:gd name="T61" fmla="*/ 44 h 444"/>
              <a:gd name="T62" fmla="*/ 248 w 497"/>
              <a:gd name="T63" fmla="*/ 26 h 444"/>
              <a:gd name="T64" fmla="*/ 301 w 497"/>
              <a:gd name="T65" fmla="*/ 44 h 444"/>
              <a:gd name="T66" fmla="*/ 301 w 497"/>
              <a:gd name="T67" fmla="*/ 70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97" h="444">
                <a:moveTo>
                  <a:pt x="443" y="70"/>
                </a:moveTo>
                <a:lnTo>
                  <a:pt x="443" y="70"/>
                </a:lnTo>
                <a:cubicBezTo>
                  <a:pt x="426" y="70"/>
                  <a:pt x="426" y="70"/>
                  <a:pt x="426" y="70"/>
                </a:cubicBezTo>
                <a:cubicBezTo>
                  <a:pt x="426" y="443"/>
                  <a:pt x="426" y="443"/>
                  <a:pt x="426" y="443"/>
                </a:cubicBezTo>
                <a:cubicBezTo>
                  <a:pt x="443" y="443"/>
                  <a:pt x="443" y="443"/>
                  <a:pt x="443" y="443"/>
                </a:cubicBezTo>
                <a:cubicBezTo>
                  <a:pt x="479" y="443"/>
                  <a:pt x="496" y="425"/>
                  <a:pt x="496" y="398"/>
                </a:cubicBezTo>
                <a:cubicBezTo>
                  <a:pt x="496" y="124"/>
                  <a:pt x="496" y="124"/>
                  <a:pt x="496" y="124"/>
                </a:cubicBezTo>
                <a:cubicBezTo>
                  <a:pt x="496" y="97"/>
                  <a:pt x="479" y="70"/>
                  <a:pt x="443" y="70"/>
                </a:cubicBezTo>
                <a:close/>
                <a:moveTo>
                  <a:pt x="0" y="124"/>
                </a:moveTo>
                <a:lnTo>
                  <a:pt x="0" y="124"/>
                </a:lnTo>
                <a:cubicBezTo>
                  <a:pt x="0" y="398"/>
                  <a:pt x="0" y="398"/>
                  <a:pt x="0" y="398"/>
                </a:cubicBezTo>
                <a:cubicBezTo>
                  <a:pt x="0" y="425"/>
                  <a:pt x="26" y="443"/>
                  <a:pt x="53" y="443"/>
                </a:cubicBezTo>
                <a:cubicBezTo>
                  <a:pt x="71" y="443"/>
                  <a:pt x="71" y="443"/>
                  <a:pt x="71" y="443"/>
                </a:cubicBezTo>
                <a:cubicBezTo>
                  <a:pt x="71" y="70"/>
                  <a:pt x="71" y="70"/>
                  <a:pt x="71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26" y="70"/>
                  <a:pt x="0" y="97"/>
                  <a:pt x="0" y="124"/>
                </a:cubicBezTo>
                <a:close/>
                <a:moveTo>
                  <a:pt x="337" y="26"/>
                </a:moveTo>
                <a:lnTo>
                  <a:pt x="337" y="26"/>
                </a:lnTo>
                <a:cubicBezTo>
                  <a:pt x="319" y="17"/>
                  <a:pt x="292" y="0"/>
                  <a:pt x="248" y="0"/>
                </a:cubicBezTo>
                <a:cubicBezTo>
                  <a:pt x="204" y="0"/>
                  <a:pt x="177" y="17"/>
                  <a:pt x="160" y="26"/>
                </a:cubicBezTo>
                <a:cubicBezTo>
                  <a:pt x="160" y="70"/>
                  <a:pt x="160" y="70"/>
                  <a:pt x="160" y="70"/>
                </a:cubicBezTo>
                <a:cubicBezTo>
                  <a:pt x="107" y="70"/>
                  <a:pt x="107" y="70"/>
                  <a:pt x="107" y="70"/>
                </a:cubicBezTo>
                <a:cubicBezTo>
                  <a:pt x="107" y="443"/>
                  <a:pt x="107" y="443"/>
                  <a:pt x="107" y="443"/>
                </a:cubicBezTo>
                <a:cubicBezTo>
                  <a:pt x="390" y="443"/>
                  <a:pt x="390" y="443"/>
                  <a:pt x="390" y="443"/>
                </a:cubicBezTo>
                <a:cubicBezTo>
                  <a:pt x="390" y="70"/>
                  <a:pt x="390" y="70"/>
                  <a:pt x="390" y="70"/>
                </a:cubicBezTo>
                <a:cubicBezTo>
                  <a:pt x="337" y="70"/>
                  <a:pt x="337" y="70"/>
                  <a:pt x="337" y="70"/>
                </a:cubicBezTo>
                <a:lnTo>
                  <a:pt x="337" y="26"/>
                </a:lnTo>
                <a:close/>
                <a:moveTo>
                  <a:pt x="301" y="70"/>
                </a:moveTo>
                <a:lnTo>
                  <a:pt x="301" y="70"/>
                </a:lnTo>
                <a:cubicBezTo>
                  <a:pt x="195" y="70"/>
                  <a:pt x="195" y="70"/>
                  <a:pt x="195" y="70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204" y="35"/>
                  <a:pt x="222" y="26"/>
                  <a:pt x="248" y="26"/>
                </a:cubicBezTo>
                <a:cubicBezTo>
                  <a:pt x="275" y="26"/>
                  <a:pt x="292" y="35"/>
                  <a:pt x="301" y="44"/>
                </a:cubicBezTo>
                <a:lnTo>
                  <a:pt x="301" y="70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05" name="Freeform 120"/>
          <p:cNvSpPr>
            <a:spLocks noChangeArrowheads="1"/>
          </p:cNvSpPr>
          <p:nvPr/>
        </p:nvSpPr>
        <p:spPr bwMode="auto">
          <a:xfrm>
            <a:off x="1547761" y="5053555"/>
            <a:ext cx="210024" cy="356255"/>
          </a:xfrm>
          <a:custGeom>
            <a:avLst/>
            <a:gdLst>
              <a:gd name="T0" fmla="*/ 150 w 283"/>
              <a:gd name="T1" fmla="*/ 9 h 479"/>
              <a:gd name="T2" fmla="*/ 150 w 283"/>
              <a:gd name="T3" fmla="*/ 9 h 479"/>
              <a:gd name="T4" fmla="*/ 132 w 283"/>
              <a:gd name="T5" fmla="*/ 9 h 479"/>
              <a:gd name="T6" fmla="*/ 0 w 283"/>
              <a:gd name="T7" fmla="*/ 345 h 479"/>
              <a:gd name="T8" fmla="*/ 141 w 283"/>
              <a:gd name="T9" fmla="*/ 478 h 479"/>
              <a:gd name="T10" fmla="*/ 282 w 283"/>
              <a:gd name="T11" fmla="*/ 345 h 479"/>
              <a:gd name="T12" fmla="*/ 150 w 283"/>
              <a:gd name="T13" fmla="*/ 9 h 479"/>
              <a:gd name="T14" fmla="*/ 123 w 283"/>
              <a:gd name="T15" fmla="*/ 204 h 479"/>
              <a:gd name="T16" fmla="*/ 123 w 283"/>
              <a:gd name="T17" fmla="*/ 204 h 479"/>
              <a:gd name="T18" fmla="*/ 123 w 283"/>
              <a:gd name="T19" fmla="*/ 221 h 479"/>
              <a:gd name="T20" fmla="*/ 97 w 283"/>
              <a:gd name="T21" fmla="*/ 336 h 479"/>
              <a:gd name="T22" fmla="*/ 70 w 283"/>
              <a:gd name="T23" fmla="*/ 372 h 479"/>
              <a:gd name="T24" fmla="*/ 44 w 283"/>
              <a:gd name="T25" fmla="*/ 345 h 479"/>
              <a:gd name="T26" fmla="*/ 88 w 283"/>
              <a:gd name="T27" fmla="*/ 221 h 479"/>
              <a:gd name="T28" fmla="*/ 114 w 283"/>
              <a:gd name="T29" fmla="*/ 194 h 479"/>
              <a:gd name="T30" fmla="*/ 123 w 283"/>
              <a:gd name="T31" fmla="*/ 194 h 479"/>
              <a:gd name="T32" fmla="*/ 123 w 283"/>
              <a:gd name="T33" fmla="*/ 204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83" h="479">
                <a:moveTo>
                  <a:pt x="150" y="9"/>
                </a:moveTo>
                <a:lnTo>
                  <a:pt x="150" y="9"/>
                </a:lnTo>
                <a:cubicBezTo>
                  <a:pt x="150" y="0"/>
                  <a:pt x="141" y="0"/>
                  <a:pt x="132" y="9"/>
                </a:cubicBezTo>
                <a:cubicBezTo>
                  <a:pt x="114" y="185"/>
                  <a:pt x="0" y="221"/>
                  <a:pt x="0" y="345"/>
                </a:cubicBezTo>
                <a:cubicBezTo>
                  <a:pt x="0" y="416"/>
                  <a:pt x="70" y="478"/>
                  <a:pt x="141" y="478"/>
                </a:cubicBezTo>
                <a:cubicBezTo>
                  <a:pt x="220" y="478"/>
                  <a:pt x="282" y="416"/>
                  <a:pt x="282" y="345"/>
                </a:cubicBezTo>
                <a:cubicBezTo>
                  <a:pt x="282" y="221"/>
                  <a:pt x="167" y="185"/>
                  <a:pt x="150" y="9"/>
                </a:cubicBezTo>
                <a:close/>
                <a:moveTo>
                  <a:pt x="123" y="204"/>
                </a:moveTo>
                <a:lnTo>
                  <a:pt x="123" y="204"/>
                </a:lnTo>
                <a:cubicBezTo>
                  <a:pt x="123" y="204"/>
                  <a:pt x="123" y="213"/>
                  <a:pt x="123" y="221"/>
                </a:cubicBezTo>
                <a:cubicBezTo>
                  <a:pt x="114" y="257"/>
                  <a:pt x="97" y="292"/>
                  <a:pt x="97" y="336"/>
                </a:cubicBezTo>
                <a:cubicBezTo>
                  <a:pt x="97" y="363"/>
                  <a:pt x="88" y="372"/>
                  <a:pt x="70" y="372"/>
                </a:cubicBezTo>
                <a:cubicBezTo>
                  <a:pt x="53" y="372"/>
                  <a:pt x="44" y="363"/>
                  <a:pt x="44" y="345"/>
                </a:cubicBezTo>
                <a:cubicBezTo>
                  <a:pt x="44" y="292"/>
                  <a:pt x="70" y="257"/>
                  <a:pt x="88" y="221"/>
                </a:cubicBezTo>
                <a:cubicBezTo>
                  <a:pt x="97" y="213"/>
                  <a:pt x="106" y="204"/>
                  <a:pt x="114" y="194"/>
                </a:cubicBezTo>
                <a:lnTo>
                  <a:pt x="123" y="194"/>
                </a:lnTo>
                <a:lnTo>
                  <a:pt x="123" y="204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06" name="Freeform 124"/>
          <p:cNvSpPr>
            <a:spLocks noChangeArrowheads="1"/>
          </p:cNvSpPr>
          <p:nvPr/>
        </p:nvSpPr>
        <p:spPr bwMode="auto">
          <a:xfrm>
            <a:off x="1462378" y="5780786"/>
            <a:ext cx="381771" cy="369013"/>
          </a:xfrm>
          <a:custGeom>
            <a:avLst/>
            <a:gdLst>
              <a:gd name="T0" fmla="*/ 79 w 515"/>
              <a:gd name="T1" fmla="*/ 337 h 498"/>
              <a:gd name="T2" fmla="*/ 79 w 515"/>
              <a:gd name="T3" fmla="*/ 337 h 498"/>
              <a:gd name="T4" fmla="*/ 18 w 515"/>
              <a:gd name="T5" fmla="*/ 470 h 498"/>
              <a:gd name="T6" fmla="*/ 169 w 515"/>
              <a:gd name="T7" fmla="*/ 434 h 498"/>
              <a:gd name="T8" fmla="*/ 160 w 515"/>
              <a:gd name="T9" fmla="*/ 346 h 498"/>
              <a:gd name="T10" fmla="*/ 79 w 515"/>
              <a:gd name="T11" fmla="*/ 337 h 498"/>
              <a:gd name="T12" fmla="*/ 496 w 515"/>
              <a:gd name="T13" fmla="*/ 18 h 498"/>
              <a:gd name="T14" fmla="*/ 496 w 515"/>
              <a:gd name="T15" fmla="*/ 18 h 498"/>
              <a:gd name="T16" fmla="*/ 195 w 515"/>
              <a:gd name="T17" fmla="*/ 231 h 498"/>
              <a:gd name="T18" fmla="*/ 141 w 515"/>
              <a:gd name="T19" fmla="*/ 293 h 498"/>
              <a:gd name="T20" fmla="*/ 150 w 515"/>
              <a:gd name="T21" fmla="*/ 301 h 498"/>
              <a:gd name="T22" fmla="*/ 186 w 515"/>
              <a:gd name="T23" fmla="*/ 328 h 498"/>
              <a:gd name="T24" fmla="*/ 204 w 515"/>
              <a:gd name="T25" fmla="*/ 354 h 498"/>
              <a:gd name="T26" fmla="*/ 213 w 515"/>
              <a:gd name="T27" fmla="*/ 363 h 498"/>
              <a:gd name="T28" fmla="*/ 275 w 515"/>
              <a:gd name="T29" fmla="*/ 310 h 498"/>
              <a:gd name="T30" fmla="*/ 496 w 515"/>
              <a:gd name="T31" fmla="*/ 18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15" h="498">
                <a:moveTo>
                  <a:pt x="79" y="337"/>
                </a:moveTo>
                <a:lnTo>
                  <a:pt x="79" y="337"/>
                </a:lnTo>
                <a:cubicBezTo>
                  <a:pt x="44" y="372"/>
                  <a:pt x="71" y="416"/>
                  <a:pt x="18" y="470"/>
                </a:cubicBezTo>
                <a:cubicBezTo>
                  <a:pt x="0" y="497"/>
                  <a:pt x="116" y="487"/>
                  <a:pt x="169" y="434"/>
                </a:cubicBezTo>
                <a:cubicBezTo>
                  <a:pt x="195" y="407"/>
                  <a:pt x="186" y="372"/>
                  <a:pt x="160" y="346"/>
                </a:cubicBezTo>
                <a:cubicBezTo>
                  <a:pt x="132" y="319"/>
                  <a:pt x="97" y="319"/>
                  <a:pt x="79" y="337"/>
                </a:cubicBezTo>
                <a:close/>
                <a:moveTo>
                  <a:pt x="496" y="18"/>
                </a:moveTo>
                <a:lnTo>
                  <a:pt x="496" y="18"/>
                </a:lnTo>
                <a:cubicBezTo>
                  <a:pt x="479" y="0"/>
                  <a:pt x="257" y="168"/>
                  <a:pt x="195" y="231"/>
                </a:cubicBezTo>
                <a:cubicBezTo>
                  <a:pt x="169" y="266"/>
                  <a:pt x="160" y="284"/>
                  <a:pt x="141" y="293"/>
                </a:cubicBezTo>
                <a:cubicBezTo>
                  <a:pt x="141" y="301"/>
                  <a:pt x="150" y="301"/>
                  <a:pt x="150" y="301"/>
                </a:cubicBezTo>
                <a:cubicBezTo>
                  <a:pt x="160" y="310"/>
                  <a:pt x="169" y="310"/>
                  <a:pt x="186" y="328"/>
                </a:cubicBezTo>
                <a:cubicBezTo>
                  <a:pt x="195" y="337"/>
                  <a:pt x="204" y="346"/>
                  <a:pt x="204" y="354"/>
                </a:cubicBezTo>
                <a:cubicBezTo>
                  <a:pt x="204" y="363"/>
                  <a:pt x="213" y="363"/>
                  <a:pt x="213" y="363"/>
                </a:cubicBezTo>
                <a:cubicBezTo>
                  <a:pt x="230" y="354"/>
                  <a:pt x="248" y="337"/>
                  <a:pt x="275" y="310"/>
                </a:cubicBezTo>
                <a:cubicBezTo>
                  <a:pt x="336" y="248"/>
                  <a:pt x="514" y="35"/>
                  <a:pt x="496" y="18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07" name="Freeform 126"/>
          <p:cNvSpPr>
            <a:spLocks noChangeArrowheads="1"/>
          </p:cNvSpPr>
          <p:nvPr/>
        </p:nvSpPr>
        <p:spPr bwMode="auto">
          <a:xfrm>
            <a:off x="2937449" y="5802377"/>
            <a:ext cx="369014" cy="334663"/>
          </a:xfrm>
          <a:custGeom>
            <a:avLst/>
            <a:gdLst>
              <a:gd name="T0" fmla="*/ 247 w 497"/>
              <a:gd name="T1" fmla="*/ 274 h 452"/>
              <a:gd name="T2" fmla="*/ 247 w 497"/>
              <a:gd name="T3" fmla="*/ 274 h 452"/>
              <a:gd name="T4" fmla="*/ 363 w 497"/>
              <a:gd name="T5" fmla="*/ 230 h 452"/>
              <a:gd name="T6" fmla="*/ 337 w 497"/>
              <a:gd name="T7" fmla="*/ 151 h 452"/>
              <a:gd name="T8" fmla="*/ 247 w 497"/>
              <a:gd name="T9" fmla="*/ 186 h 452"/>
              <a:gd name="T10" fmla="*/ 168 w 497"/>
              <a:gd name="T11" fmla="*/ 151 h 452"/>
              <a:gd name="T12" fmla="*/ 133 w 497"/>
              <a:gd name="T13" fmla="*/ 230 h 452"/>
              <a:gd name="T14" fmla="*/ 247 w 497"/>
              <a:gd name="T15" fmla="*/ 274 h 452"/>
              <a:gd name="T16" fmla="*/ 247 w 497"/>
              <a:gd name="T17" fmla="*/ 106 h 452"/>
              <a:gd name="T18" fmla="*/ 247 w 497"/>
              <a:gd name="T19" fmla="*/ 106 h 452"/>
              <a:gd name="T20" fmla="*/ 309 w 497"/>
              <a:gd name="T21" fmla="*/ 88 h 452"/>
              <a:gd name="T22" fmla="*/ 284 w 497"/>
              <a:gd name="T23" fmla="*/ 17 h 452"/>
              <a:gd name="T24" fmla="*/ 247 w 497"/>
              <a:gd name="T25" fmla="*/ 0 h 452"/>
              <a:gd name="T26" fmla="*/ 212 w 497"/>
              <a:gd name="T27" fmla="*/ 17 h 452"/>
              <a:gd name="T28" fmla="*/ 186 w 497"/>
              <a:gd name="T29" fmla="*/ 88 h 452"/>
              <a:gd name="T30" fmla="*/ 247 w 497"/>
              <a:gd name="T31" fmla="*/ 106 h 452"/>
              <a:gd name="T32" fmla="*/ 469 w 497"/>
              <a:gd name="T33" fmla="*/ 301 h 452"/>
              <a:gd name="T34" fmla="*/ 469 w 497"/>
              <a:gd name="T35" fmla="*/ 301 h 452"/>
              <a:gd name="T36" fmla="*/ 372 w 497"/>
              <a:gd name="T37" fmla="*/ 266 h 452"/>
              <a:gd name="T38" fmla="*/ 381 w 497"/>
              <a:gd name="T39" fmla="*/ 292 h 452"/>
              <a:gd name="T40" fmla="*/ 247 w 497"/>
              <a:gd name="T41" fmla="*/ 345 h 452"/>
              <a:gd name="T42" fmla="*/ 115 w 497"/>
              <a:gd name="T43" fmla="*/ 292 h 452"/>
              <a:gd name="T44" fmla="*/ 124 w 497"/>
              <a:gd name="T45" fmla="*/ 266 h 452"/>
              <a:gd name="T46" fmla="*/ 26 w 497"/>
              <a:gd name="T47" fmla="*/ 301 h 452"/>
              <a:gd name="T48" fmla="*/ 26 w 497"/>
              <a:gd name="T49" fmla="*/ 345 h 452"/>
              <a:gd name="T50" fmla="*/ 203 w 497"/>
              <a:gd name="T51" fmla="*/ 434 h 452"/>
              <a:gd name="T52" fmla="*/ 292 w 497"/>
              <a:gd name="T53" fmla="*/ 434 h 452"/>
              <a:gd name="T54" fmla="*/ 469 w 497"/>
              <a:gd name="T55" fmla="*/ 345 h 452"/>
              <a:gd name="T56" fmla="*/ 469 w 497"/>
              <a:gd name="T57" fmla="*/ 301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97" h="452">
                <a:moveTo>
                  <a:pt x="247" y="274"/>
                </a:moveTo>
                <a:lnTo>
                  <a:pt x="247" y="274"/>
                </a:lnTo>
                <a:cubicBezTo>
                  <a:pt x="309" y="274"/>
                  <a:pt x="354" y="257"/>
                  <a:pt x="363" y="230"/>
                </a:cubicBezTo>
                <a:cubicBezTo>
                  <a:pt x="354" y="204"/>
                  <a:pt x="345" y="177"/>
                  <a:pt x="337" y="151"/>
                </a:cubicBezTo>
                <a:cubicBezTo>
                  <a:pt x="328" y="168"/>
                  <a:pt x="292" y="186"/>
                  <a:pt x="247" y="186"/>
                </a:cubicBezTo>
                <a:cubicBezTo>
                  <a:pt x="203" y="186"/>
                  <a:pt x="168" y="168"/>
                  <a:pt x="168" y="151"/>
                </a:cubicBezTo>
                <a:cubicBezTo>
                  <a:pt x="150" y="177"/>
                  <a:pt x="141" y="204"/>
                  <a:pt x="133" y="230"/>
                </a:cubicBezTo>
                <a:cubicBezTo>
                  <a:pt x="141" y="257"/>
                  <a:pt x="186" y="274"/>
                  <a:pt x="247" y="274"/>
                </a:cubicBezTo>
                <a:close/>
                <a:moveTo>
                  <a:pt x="247" y="106"/>
                </a:moveTo>
                <a:lnTo>
                  <a:pt x="247" y="106"/>
                </a:lnTo>
                <a:cubicBezTo>
                  <a:pt x="274" y="106"/>
                  <a:pt x="300" y="97"/>
                  <a:pt x="309" y="88"/>
                </a:cubicBezTo>
                <a:cubicBezTo>
                  <a:pt x="300" y="62"/>
                  <a:pt x="292" y="35"/>
                  <a:pt x="284" y="17"/>
                </a:cubicBezTo>
                <a:cubicBezTo>
                  <a:pt x="284" y="8"/>
                  <a:pt x="265" y="0"/>
                  <a:pt x="247" y="0"/>
                </a:cubicBezTo>
                <a:cubicBezTo>
                  <a:pt x="230" y="0"/>
                  <a:pt x="212" y="8"/>
                  <a:pt x="212" y="17"/>
                </a:cubicBezTo>
                <a:cubicBezTo>
                  <a:pt x="203" y="35"/>
                  <a:pt x="194" y="62"/>
                  <a:pt x="186" y="88"/>
                </a:cubicBezTo>
                <a:cubicBezTo>
                  <a:pt x="194" y="97"/>
                  <a:pt x="221" y="106"/>
                  <a:pt x="247" y="106"/>
                </a:cubicBezTo>
                <a:close/>
                <a:moveTo>
                  <a:pt x="469" y="301"/>
                </a:moveTo>
                <a:lnTo>
                  <a:pt x="469" y="301"/>
                </a:lnTo>
                <a:cubicBezTo>
                  <a:pt x="372" y="266"/>
                  <a:pt x="372" y="266"/>
                  <a:pt x="372" y="266"/>
                </a:cubicBezTo>
                <a:cubicBezTo>
                  <a:pt x="381" y="292"/>
                  <a:pt x="381" y="292"/>
                  <a:pt x="381" y="292"/>
                </a:cubicBezTo>
                <a:cubicBezTo>
                  <a:pt x="381" y="327"/>
                  <a:pt x="319" y="345"/>
                  <a:pt x="247" y="345"/>
                </a:cubicBezTo>
                <a:cubicBezTo>
                  <a:pt x="177" y="345"/>
                  <a:pt x="115" y="327"/>
                  <a:pt x="115" y="292"/>
                </a:cubicBezTo>
                <a:cubicBezTo>
                  <a:pt x="124" y="266"/>
                  <a:pt x="124" y="266"/>
                  <a:pt x="124" y="266"/>
                </a:cubicBezTo>
                <a:cubicBezTo>
                  <a:pt x="26" y="301"/>
                  <a:pt x="26" y="301"/>
                  <a:pt x="26" y="301"/>
                </a:cubicBezTo>
                <a:cubicBezTo>
                  <a:pt x="0" y="310"/>
                  <a:pt x="0" y="327"/>
                  <a:pt x="26" y="345"/>
                </a:cubicBezTo>
                <a:cubicBezTo>
                  <a:pt x="203" y="434"/>
                  <a:pt x="203" y="434"/>
                  <a:pt x="203" y="434"/>
                </a:cubicBezTo>
                <a:cubicBezTo>
                  <a:pt x="230" y="451"/>
                  <a:pt x="265" y="451"/>
                  <a:pt x="292" y="434"/>
                </a:cubicBezTo>
                <a:cubicBezTo>
                  <a:pt x="469" y="345"/>
                  <a:pt x="469" y="345"/>
                  <a:pt x="469" y="345"/>
                </a:cubicBezTo>
                <a:cubicBezTo>
                  <a:pt x="496" y="327"/>
                  <a:pt x="496" y="310"/>
                  <a:pt x="469" y="301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08" name="Freeform 127"/>
          <p:cNvSpPr>
            <a:spLocks noChangeArrowheads="1"/>
          </p:cNvSpPr>
          <p:nvPr/>
        </p:nvSpPr>
        <p:spPr bwMode="auto">
          <a:xfrm>
            <a:off x="2202367" y="2886585"/>
            <a:ext cx="369014" cy="295407"/>
          </a:xfrm>
          <a:custGeom>
            <a:avLst/>
            <a:gdLst>
              <a:gd name="T0" fmla="*/ 169 w 497"/>
              <a:gd name="T1" fmla="*/ 196 h 400"/>
              <a:gd name="T2" fmla="*/ 169 w 497"/>
              <a:gd name="T3" fmla="*/ 196 h 400"/>
              <a:gd name="T4" fmla="*/ 248 w 497"/>
              <a:gd name="T5" fmla="*/ 275 h 400"/>
              <a:gd name="T6" fmla="*/ 328 w 497"/>
              <a:gd name="T7" fmla="*/ 196 h 400"/>
              <a:gd name="T8" fmla="*/ 248 w 497"/>
              <a:gd name="T9" fmla="*/ 116 h 400"/>
              <a:gd name="T10" fmla="*/ 169 w 497"/>
              <a:gd name="T11" fmla="*/ 196 h 400"/>
              <a:gd name="T12" fmla="*/ 116 w 497"/>
              <a:gd name="T13" fmla="*/ 169 h 400"/>
              <a:gd name="T14" fmla="*/ 116 w 497"/>
              <a:gd name="T15" fmla="*/ 169 h 400"/>
              <a:gd name="T16" fmla="*/ 248 w 497"/>
              <a:gd name="T17" fmla="*/ 63 h 400"/>
              <a:gd name="T18" fmla="*/ 345 w 497"/>
              <a:gd name="T19" fmla="*/ 98 h 400"/>
              <a:gd name="T20" fmla="*/ 390 w 497"/>
              <a:gd name="T21" fmla="*/ 98 h 400"/>
              <a:gd name="T22" fmla="*/ 390 w 497"/>
              <a:gd name="T23" fmla="*/ 54 h 400"/>
              <a:gd name="T24" fmla="*/ 248 w 497"/>
              <a:gd name="T25" fmla="*/ 0 h 400"/>
              <a:gd name="T26" fmla="*/ 62 w 497"/>
              <a:gd name="T27" fmla="*/ 143 h 400"/>
              <a:gd name="T28" fmla="*/ 0 w 497"/>
              <a:gd name="T29" fmla="*/ 143 h 400"/>
              <a:gd name="T30" fmla="*/ 0 w 497"/>
              <a:gd name="T31" fmla="*/ 196 h 400"/>
              <a:gd name="T32" fmla="*/ 80 w 497"/>
              <a:gd name="T33" fmla="*/ 196 h 400"/>
              <a:gd name="T34" fmla="*/ 116 w 497"/>
              <a:gd name="T35" fmla="*/ 169 h 400"/>
              <a:gd name="T36" fmla="*/ 416 w 497"/>
              <a:gd name="T37" fmla="*/ 196 h 400"/>
              <a:gd name="T38" fmla="*/ 416 w 497"/>
              <a:gd name="T39" fmla="*/ 196 h 400"/>
              <a:gd name="T40" fmla="*/ 381 w 497"/>
              <a:gd name="T41" fmla="*/ 231 h 400"/>
              <a:gd name="T42" fmla="*/ 248 w 497"/>
              <a:gd name="T43" fmla="*/ 337 h 400"/>
              <a:gd name="T44" fmla="*/ 151 w 497"/>
              <a:gd name="T45" fmla="*/ 293 h 400"/>
              <a:gd name="T46" fmla="*/ 107 w 497"/>
              <a:gd name="T47" fmla="*/ 293 h 400"/>
              <a:gd name="T48" fmla="*/ 107 w 497"/>
              <a:gd name="T49" fmla="*/ 337 h 400"/>
              <a:gd name="T50" fmla="*/ 248 w 497"/>
              <a:gd name="T51" fmla="*/ 399 h 400"/>
              <a:gd name="T52" fmla="*/ 435 w 497"/>
              <a:gd name="T53" fmla="*/ 257 h 400"/>
              <a:gd name="T54" fmla="*/ 496 w 497"/>
              <a:gd name="T55" fmla="*/ 257 h 400"/>
              <a:gd name="T56" fmla="*/ 496 w 497"/>
              <a:gd name="T57" fmla="*/ 196 h 400"/>
              <a:gd name="T58" fmla="*/ 416 w 497"/>
              <a:gd name="T59" fmla="*/ 196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97" h="400">
                <a:moveTo>
                  <a:pt x="169" y="196"/>
                </a:moveTo>
                <a:lnTo>
                  <a:pt x="169" y="196"/>
                </a:lnTo>
                <a:cubicBezTo>
                  <a:pt x="169" y="240"/>
                  <a:pt x="204" y="275"/>
                  <a:pt x="248" y="275"/>
                </a:cubicBezTo>
                <a:cubicBezTo>
                  <a:pt x="292" y="275"/>
                  <a:pt x="328" y="240"/>
                  <a:pt x="328" y="196"/>
                </a:cubicBezTo>
                <a:cubicBezTo>
                  <a:pt x="328" y="151"/>
                  <a:pt x="292" y="116"/>
                  <a:pt x="248" y="116"/>
                </a:cubicBezTo>
                <a:cubicBezTo>
                  <a:pt x="204" y="116"/>
                  <a:pt x="169" y="151"/>
                  <a:pt x="169" y="196"/>
                </a:cubicBezTo>
                <a:close/>
                <a:moveTo>
                  <a:pt x="116" y="169"/>
                </a:moveTo>
                <a:lnTo>
                  <a:pt x="116" y="169"/>
                </a:lnTo>
                <a:cubicBezTo>
                  <a:pt x="124" y="107"/>
                  <a:pt x="186" y="63"/>
                  <a:pt x="248" y="63"/>
                </a:cubicBezTo>
                <a:cubicBezTo>
                  <a:pt x="284" y="63"/>
                  <a:pt x="319" y="71"/>
                  <a:pt x="345" y="98"/>
                </a:cubicBezTo>
                <a:cubicBezTo>
                  <a:pt x="354" y="107"/>
                  <a:pt x="381" y="107"/>
                  <a:pt x="390" y="98"/>
                </a:cubicBezTo>
                <a:cubicBezTo>
                  <a:pt x="399" y="89"/>
                  <a:pt x="399" y="71"/>
                  <a:pt x="390" y="54"/>
                </a:cubicBezTo>
                <a:cubicBezTo>
                  <a:pt x="354" y="18"/>
                  <a:pt x="301" y="0"/>
                  <a:pt x="248" y="0"/>
                </a:cubicBezTo>
                <a:cubicBezTo>
                  <a:pt x="160" y="0"/>
                  <a:pt x="80" y="54"/>
                  <a:pt x="62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196"/>
                  <a:pt x="0" y="196"/>
                  <a:pt x="0" y="196"/>
                </a:cubicBezTo>
                <a:cubicBezTo>
                  <a:pt x="80" y="196"/>
                  <a:pt x="80" y="196"/>
                  <a:pt x="80" y="196"/>
                </a:cubicBezTo>
                <a:cubicBezTo>
                  <a:pt x="107" y="196"/>
                  <a:pt x="107" y="178"/>
                  <a:pt x="116" y="169"/>
                </a:cubicBezTo>
                <a:close/>
                <a:moveTo>
                  <a:pt x="416" y="196"/>
                </a:moveTo>
                <a:lnTo>
                  <a:pt x="416" y="196"/>
                </a:lnTo>
                <a:cubicBezTo>
                  <a:pt x="390" y="196"/>
                  <a:pt x="390" y="222"/>
                  <a:pt x="381" y="231"/>
                </a:cubicBezTo>
                <a:cubicBezTo>
                  <a:pt x="372" y="293"/>
                  <a:pt x="319" y="337"/>
                  <a:pt x="248" y="337"/>
                </a:cubicBezTo>
                <a:cubicBezTo>
                  <a:pt x="213" y="337"/>
                  <a:pt x="177" y="319"/>
                  <a:pt x="151" y="293"/>
                </a:cubicBezTo>
                <a:cubicBezTo>
                  <a:pt x="142" y="284"/>
                  <a:pt x="116" y="284"/>
                  <a:pt x="107" y="293"/>
                </a:cubicBezTo>
                <a:cubicBezTo>
                  <a:pt x="97" y="310"/>
                  <a:pt x="97" y="328"/>
                  <a:pt x="107" y="337"/>
                </a:cubicBezTo>
                <a:cubicBezTo>
                  <a:pt x="142" y="373"/>
                  <a:pt x="195" y="399"/>
                  <a:pt x="248" y="399"/>
                </a:cubicBezTo>
                <a:cubicBezTo>
                  <a:pt x="337" y="399"/>
                  <a:pt x="416" y="337"/>
                  <a:pt x="435" y="257"/>
                </a:cubicBezTo>
                <a:cubicBezTo>
                  <a:pt x="496" y="257"/>
                  <a:pt x="496" y="257"/>
                  <a:pt x="496" y="257"/>
                </a:cubicBezTo>
                <a:cubicBezTo>
                  <a:pt x="496" y="196"/>
                  <a:pt x="496" y="196"/>
                  <a:pt x="496" y="196"/>
                </a:cubicBezTo>
                <a:lnTo>
                  <a:pt x="416" y="196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09" name="Freeform 133"/>
          <p:cNvSpPr>
            <a:spLocks noChangeArrowheads="1"/>
          </p:cNvSpPr>
          <p:nvPr/>
        </p:nvSpPr>
        <p:spPr bwMode="auto">
          <a:xfrm>
            <a:off x="7312608" y="5080054"/>
            <a:ext cx="369014" cy="353311"/>
          </a:xfrm>
          <a:custGeom>
            <a:avLst/>
            <a:gdLst>
              <a:gd name="T0" fmla="*/ 425 w 497"/>
              <a:gd name="T1" fmla="*/ 160 h 480"/>
              <a:gd name="T2" fmla="*/ 425 w 497"/>
              <a:gd name="T3" fmla="*/ 160 h 480"/>
              <a:gd name="T4" fmla="*/ 372 w 497"/>
              <a:gd name="T5" fmla="*/ 18 h 480"/>
              <a:gd name="T6" fmla="*/ 346 w 497"/>
              <a:gd name="T7" fmla="*/ 9 h 480"/>
              <a:gd name="T8" fmla="*/ 9 w 497"/>
              <a:gd name="T9" fmla="*/ 134 h 480"/>
              <a:gd name="T10" fmla="*/ 0 w 497"/>
              <a:gd name="T11" fmla="*/ 160 h 480"/>
              <a:gd name="T12" fmla="*/ 53 w 497"/>
              <a:gd name="T13" fmla="*/ 302 h 480"/>
              <a:gd name="T14" fmla="*/ 53 w 497"/>
              <a:gd name="T15" fmla="*/ 222 h 480"/>
              <a:gd name="T16" fmla="*/ 115 w 497"/>
              <a:gd name="T17" fmla="*/ 160 h 480"/>
              <a:gd name="T18" fmla="*/ 203 w 497"/>
              <a:gd name="T19" fmla="*/ 160 h 480"/>
              <a:gd name="T20" fmla="*/ 309 w 497"/>
              <a:gd name="T21" fmla="*/ 89 h 480"/>
              <a:gd name="T22" fmla="*/ 372 w 497"/>
              <a:gd name="T23" fmla="*/ 160 h 480"/>
              <a:gd name="T24" fmla="*/ 425 w 497"/>
              <a:gd name="T25" fmla="*/ 160 h 480"/>
              <a:gd name="T26" fmla="*/ 478 w 497"/>
              <a:gd name="T27" fmla="*/ 204 h 480"/>
              <a:gd name="T28" fmla="*/ 478 w 497"/>
              <a:gd name="T29" fmla="*/ 204 h 480"/>
              <a:gd name="T30" fmla="*/ 115 w 497"/>
              <a:gd name="T31" fmla="*/ 204 h 480"/>
              <a:gd name="T32" fmla="*/ 97 w 497"/>
              <a:gd name="T33" fmla="*/ 222 h 480"/>
              <a:gd name="T34" fmla="*/ 97 w 497"/>
              <a:gd name="T35" fmla="*/ 462 h 480"/>
              <a:gd name="T36" fmla="*/ 115 w 497"/>
              <a:gd name="T37" fmla="*/ 479 h 480"/>
              <a:gd name="T38" fmla="*/ 478 w 497"/>
              <a:gd name="T39" fmla="*/ 479 h 480"/>
              <a:gd name="T40" fmla="*/ 496 w 497"/>
              <a:gd name="T41" fmla="*/ 462 h 480"/>
              <a:gd name="T42" fmla="*/ 496 w 497"/>
              <a:gd name="T43" fmla="*/ 222 h 480"/>
              <a:gd name="T44" fmla="*/ 478 w 497"/>
              <a:gd name="T45" fmla="*/ 204 h 480"/>
              <a:gd name="T46" fmla="*/ 452 w 497"/>
              <a:gd name="T47" fmla="*/ 426 h 480"/>
              <a:gd name="T48" fmla="*/ 452 w 497"/>
              <a:gd name="T49" fmla="*/ 426 h 480"/>
              <a:gd name="T50" fmla="*/ 150 w 497"/>
              <a:gd name="T51" fmla="*/ 426 h 480"/>
              <a:gd name="T52" fmla="*/ 150 w 497"/>
              <a:gd name="T53" fmla="*/ 391 h 480"/>
              <a:gd name="T54" fmla="*/ 195 w 497"/>
              <a:gd name="T55" fmla="*/ 275 h 480"/>
              <a:gd name="T56" fmla="*/ 265 w 497"/>
              <a:gd name="T57" fmla="*/ 364 h 480"/>
              <a:gd name="T58" fmla="*/ 328 w 497"/>
              <a:gd name="T59" fmla="*/ 302 h 480"/>
              <a:gd name="T60" fmla="*/ 416 w 497"/>
              <a:gd name="T61" fmla="*/ 266 h 480"/>
              <a:gd name="T62" fmla="*/ 452 w 497"/>
              <a:gd name="T63" fmla="*/ 347 h 480"/>
              <a:gd name="T64" fmla="*/ 452 w 497"/>
              <a:gd name="T65" fmla="*/ 426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97" h="480">
                <a:moveTo>
                  <a:pt x="425" y="160"/>
                </a:moveTo>
                <a:lnTo>
                  <a:pt x="425" y="160"/>
                </a:lnTo>
                <a:cubicBezTo>
                  <a:pt x="372" y="18"/>
                  <a:pt x="372" y="18"/>
                  <a:pt x="372" y="18"/>
                </a:cubicBezTo>
                <a:cubicBezTo>
                  <a:pt x="372" y="9"/>
                  <a:pt x="354" y="0"/>
                  <a:pt x="346" y="9"/>
                </a:cubicBezTo>
                <a:cubicBezTo>
                  <a:pt x="9" y="134"/>
                  <a:pt x="9" y="134"/>
                  <a:pt x="9" y="134"/>
                </a:cubicBezTo>
                <a:cubicBezTo>
                  <a:pt x="0" y="134"/>
                  <a:pt x="0" y="143"/>
                  <a:pt x="0" y="160"/>
                </a:cubicBezTo>
                <a:cubicBezTo>
                  <a:pt x="53" y="302"/>
                  <a:pt x="53" y="302"/>
                  <a:pt x="53" y="302"/>
                </a:cubicBezTo>
                <a:cubicBezTo>
                  <a:pt x="53" y="222"/>
                  <a:pt x="53" y="222"/>
                  <a:pt x="53" y="222"/>
                </a:cubicBezTo>
                <a:cubicBezTo>
                  <a:pt x="53" y="187"/>
                  <a:pt x="80" y="160"/>
                  <a:pt x="115" y="160"/>
                </a:cubicBezTo>
                <a:cubicBezTo>
                  <a:pt x="203" y="160"/>
                  <a:pt x="203" y="160"/>
                  <a:pt x="203" y="160"/>
                </a:cubicBezTo>
                <a:cubicBezTo>
                  <a:pt x="309" y="89"/>
                  <a:pt x="309" y="89"/>
                  <a:pt x="309" y="89"/>
                </a:cubicBezTo>
                <a:cubicBezTo>
                  <a:pt x="372" y="160"/>
                  <a:pt x="372" y="160"/>
                  <a:pt x="372" y="160"/>
                </a:cubicBezTo>
                <a:lnTo>
                  <a:pt x="425" y="160"/>
                </a:lnTo>
                <a:close/>
                <a:moveTo>
                  <a:pt x="478" y="204"/>
                </a:moveTo>
                <a:lnTo>
                  <a:pt x="478" y="204"/>
                </a:lnTo>
                <a:cubicBezTo>
                  <a:pt x="115" y="204"/>
                  <a:pt x="115" y="204"/>
                  <a:pt x="115" y="204"/>
                </a:cubicBezTo>
                <a:cubicBezTo>
                  <a:pt x="106" y="204"/>
                  <a:pt x="97" y="213"/>
                  <a:pt x="97" y="222"/>
                </a:cubicBezTo>
                <a:cubicBezTo>
                  <a:pt x="97" y="462"/>
                  <a:pt x="97" y="462"/>
                  <a:pt x="97" y="462"/>
                </a:cubicBezTo>
                <a:cubicBezTo>
                  <a:pt x="97" y="470"/>
                  <a:pt x="106" y="479"/>
                  <a:pt x="115" y="479"/>
                </a:cubicBezTo>
                <a:cubicBezTo>
                  <a:pt x="478" y="479"/>
                  <a:pt x="478" y="479"/>
                  <a:pt x="478" y="479"/>
                </a:cubicBezTo>
                <a:cubicBezTo>
                  <a:pt x="487" y="479"/>
                  <a:pt x="496" y="470"/>
                  <a:pt x="496" y="462"/>
                </a:cubicBezTo>
                <a:cubicBezTo>
                  <a:pt x="496" y="222"/>
                  <a:pt x="496" y="222"/>
                  <a:pt x="496" y="222"/>
                </a:cubicBezTo>
                <a:cubicBezTo>
                  <a:pt x="496" y="213"/>
                  <a:pt x="487" y="204"/>
                  <a:pt x="478" y="204"/>
                </a:cubicBezTo>
                <a:close/>
                <a:moveTo>
                  <a:pt x="452" y="426"/>
                </a:moveTo>
                <a:lnTo>
                  <a:pt x="452" y="426"/>
                </a:lnTo>
                <a:cubicBezTo>
                  <a:pt x="150" y="426"/>
                  <a:pt x="150" y="426"/>
                  <a:pt x="150" y="426"/>
                </a:cubicBezTo>
                <a:cubicBezTo>
                  <a:pt x="150" y="391"/>
                  <a:pt x="150" y="391"/>
                  <a:pt x="150" y="391"/>
                </a:cubicBezTo>
                <a:cubicBezTo>
                  <a:pt x="195" y="275"/>
                  <a:pt x="195" y="275"/>
                  <a:pt x="195" y="275"/>
                </a:cubicBezTo>
                <a:cubicBezTo>
                  <a:pt x="265" y="364"/>
                  <a:pt x="265" y="364"/>
                  <a:pt x="265" y="364"/>
                </a:cubicBezTo>
                <a:cubicBezTo>
                  <a:pt x="328" y="302"/>
                  <a:pt x="328" y="302"/>
                  <a:pt x="328" y="302"/>
                </a:cubicBezTo>
                <a:cubicBezTo>
                  <a:pt x="416" y="266"/>
                  <a:pt x="416" y="266"/>
                  <a:pt x="416" y="266"/>
                </a:cubicBezTo>
                <a:cubicBezTo>
                  <a:pt x="452" y="347"/>
                  <a:pt x="452" y="347"/>
                  <a:pt x="452" y="347"/>
                </a:cubicBezTo>
                <a:lnTo>
                  <a:pt x="452" y="426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10" name="Freeform 135"/>
          <p:cNvSpPr>
            <a:spLocks noChangeArrowheads="1"/>
          </p:cNvSpPr>
          <p:nvPr/>
        </p:nvSpPr>
        <p:spPr bwMode="auto">
          <a:xfrm>
            <a:off x="5161341" y="5092812"/>
            <a:ext cx="264001" cy="334664"/>
          </a:xfrm>
          <a:custGeom>
            <a:avLst/>
            <a:gdLst>
              <a:gd name="T0" fmla="*/ 302 w 356"/>
              <a:gd name="T1" fmla="*/ 0 h 453"/>
              <a:gd name="T2" fmla="*/ 302 w 356"/>
              <a:gd name="T3" fmla="*/ 0 h 453"/>
              <a:gd name="T4" fmla="*/ 53 w 356"/>
              <a:gd name="T5" fmla="*/ 0 h 453"/>
              <a:gd name="T6" fmla="*/ 0 w 356"/>
              <a:gd name="T7" fmla="*/ 54 h 453"/>
              <a:gd name="T8" fmla="*/ 0 w 356"/>
              <a:gd name="T9" fmla="*/ 399 h 453"/>
              <a:gd name="T10" fmla="*/ 53 w 356"/>
              <a:gd name="T11" fmla="*/ 452 h 453"/>
              <a:gd name="T12" fmla="*/ 302 w 356"/>
              <a:gd name="T13" fmla="*/ 452 h 453"/>
              <a:gd name="T14" fmla="*/ 355 w 356"/>
              <a:gd name="T15" fmla="*/ 399 h 453"/>
              <a:gd name="T16" fmla="*/ 355 w 356"/>
              <a:gd name="T17" fmla="*/ 54 h 453"/>
              <a:gd name="T18" fmla="*/ 302 w 356"/>
              <a:gd name="T19" fmla="*/ 0 h 453"/>
              <a:gd name="T20" fmla="*/ 302 w 356"/>
              <a:gd name="T21" fmla="*/ 399 h 453"/>
              <a:gd name="T22" fmla="*/ 302 w 356"/>
              <a:gd name="T23" fmla="*/ 399 h 453"/>
              <a:gd name="T24" fmla="*/ 53 w 356"/>
              <a:gd name="T25" fmla="*/ 399 h 453"/>
              <a:gd name="T26" fmla="*/ 53 w 356"/>
              <a:gd name="T27" fmla="*/ 54 h 453"/>
              <a:gd name="T28" fmla="*/ 302 w 356"/>
              <a:gd name="T29" fmla="*/ 54 h 453"/>
              <a:gd name="T30" fmla="*/ 302 w 356"/>
              <a:gd name="T31" fmla="*/ 399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56" h="453">
                <a:moveTo>
                  <a:pt x="302" y="0"/>
                </a:moveTo>
                <a:lnTo>
                  <a:pt x="302" y="0"/>
                </a:lnTo>
                <a:cubicBezTo>
                  <a:pt x="53" y="0"/>
                  <a:pt x="53" y="0"/>
                  <a:pt x="53" y="0"/>
                </a:cubicBezTo>
                <a:cubicBezTo>
                  <a:pt x="27" y="0"/>
                  <a:pt x="0" y="27"/>
                  <a:pt x="0" y="54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6"/>
                  <a:pt x="27" y="452"/>
                  <a:pt x="53" y="452"/>
                </a:cubicBezTo>
                <a:cubicBezTo>
                  <a:pt x="302" y="452"/>
                  <a:pt x="302" y="452"/>
                  <a:pt x="302" y="452"/>
                </a:cubicBezTo>
                <a:cubicBezTo>
                  <a:pt x="328" y="452"/>
                  <a:pt x="355" y="426"/>
                  <a:pt x="355" y="399"/>
                </a:cubicBezTo>
                <a:cubicBezTo>
                  <a:pt x="355" y="54"/>
                  <a:pt x="355" y="54"/>
                  <a:pt x="355" y="54"/>
                </a:cubicBezTo>
                <a:cubicBezTo>
                  <a:pt x="355" y="27"/>
                  <a:pt x="328" y="0"/>
                  <a:pt x="302" y="0"/>
                </a:cubicBezTo>
                <a:close/>
                <a:moveTo>
                  <a:pt x="302" y="399"/>
                </a:moveTo>
                <a:lnTo>
                  <a:pt x="302" y="399"/>
                </a:lnTo>
                <a:cubicBezTo>
                  <a:pt x="53" y="399"/>
                  <a:pt x="53" y="399"/>
                  <a:pt x="53" y="399"/>
                </a:cubicBezTo>
                <a:cubicBezTo>
                  <a:pt x="53" y="54"/>
                  <a:pt x="53" y="54"/>
                  <a:pt x="53" y="54"/>
                </a:cubicBezTo>
                <a:cubicBezTo>
                  <a:pt x="302" y="54"/>
                  <a:pt x="302" y="54"/>
                  <a:pt x="302" y="54"/>
                </a:cubicBezTo>
                <a:lnTo>
                  <a:pt x="302" y="399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11" name="Freeform 136"/>
          <p:cNvSpPr>
            <a:spLocks noChangeArrowheads="1"/>
          </p:cNvSpPr>
          <p:nvPr/>
        </p:nvSpPr>
        <p:spPr bwMode="auto">
          <a:xfrm>
            <a:off x="6576546" y="5132068"/>
            <a:ext cx="369014" cy="254187"/>
          </a:xfrm>
          <a:custGeom>
            <a:avLst/>
            <a:gdLst>
              <a:gd name="T0" fmla="*/ 0 w 498"/>
              <a:gd name="T1" fmla="*/ 44 h 346"/>
              <a:gd name="T2" fmla="*/ 0 w 498"/>
              <a:gd name="T3" fmla="*/ 44 h 346"/>
              <a:gd name="T4" fmla="*/ 0 w 498"/>
              <a:gd name="T5" fmla="*/ 292 h 346"/>
              <a:gd name="T6" fmla="*/ 53 w 498"/>
              <a:gd name="T7" fmla="*/ 345 h 346"/>
              <a:gd name="T8" fmla="*/ 444 w 498"/>
              <a:gd name="T9" fmla="*/ 345 h 346"/>
              <a:gd name="T10" fmla="*/ 497 w 498"/>
              <a:gd name="T11" fmla="*/ 292 h 346"/>
              <a:gd name="T12" fmla="*/ 497 w 498"/>
              <a:gd name="T13" fmla="*/ 44 h 346"/>
              <a:gd name="T14" fmla="*/ 444 w 498"/>
              <a:gd name="T15" fmla="*/ 0 h 346"/>
              <a:gd name="T16" fmla="*/ 53 w 498"/>
              <a:gd name="T17" fmla="*/ 0 h 346"/>
              <a:gd name="T18" fmla="*/ 0 w 498"/>
              <a:gd name="T19" fmla="*/ 44 h 346"/>
              <a:gd name="T20" fmla="*/ 444 w 498"/>
              <a:gd name="T21" fmla="*/ 44 h 346"/>
              <a:gd name="T22" fmla="*/ 444 w 498"/>
              <a:gd name="T23" fmla="*/ 44 h 346"/>
              <a:gd name="T24" fmla="*/ 444 w 498"/>
              <a:gd name="T25" fmla="*/ 292 h 346"/>
              <a:gd name="T26" fmla="*/ 53 w 498"/>
              <a:gd name="T27" fmla="*/ 292 h 346"/>
              <a:gd name="T28" fmla="*/ 53 w 498"/>
              <a:gd name="T29" fmla="*/ 44 h 346"/>
              <a:gd name="T30" fmla="*/ 444 w 498"/>
              <a:gd name="T31" fmla="*/ 44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98" h="346">
                <a:moveTo>
                  <a:pt x="0" y="44"/>
                </a:moveTo>
                <a:lnTo>
                  <a:pt x="0" y="44"/>
                </a:lnTo>
                <a:cubicBezTo>
                  <a:pt x="0" y="292"/>
                  <a:pt x="0" y="292"/>
                  <a:pt x="0" y="292"/>
                </a:cubicBezTo>
                <a:cubicBezTo>
                  <a:pt x="0" y="319"/>
                  <a:pt x="18" y="345"/>
                  <a:pt x="53" y="345"/>
                </a:cubicBezTo>
                <a:cubicBezTo>
                  <a:pt x="444" y="345"/>
                  <a:pt x="444" y="345"/>
                  <a:pt x="444" y="345"/>
                </a:cubicBezTo>
                <a:cubicBezTo>
                  <a:pt x="470" y="345"/>
                  <a:pt x="497" y="319"/>
                  <a:pt x="497" y="292"/>
                </a:cubicBezTo>
                <a:cubicBezTo>
                  <a:pt x="497" y="44"/>
                  <a:pt x="497" y="44"/>
                  <a:pt x="497" y="44"/>
                </a:cubicBezTo>
                <a:cubicBezTo>
                  <a:pt x="497" y="17"/>
                  <a:pt x="470" y="0"/>
                  <a:pt x="444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18" y="0"/>
                  <a:pt x="0" y="17"/>
                  <a:pt x="0" y="44"/>
                </a:cubicBezTo>
                <a:close/>
                <a:moveTo>
                  <a:pt x="444" y="44"/>
                </a:moveTo>
                <a:lnTo>
                  <a:pt x="444" y="44"/>
                </a:lnTo>
                <a:cubicBezTo>
                  <a:pt x="444" y="292"/>
                  <a:pt x="444" y="292"/>
                  <a:pt x="444" y="292"/>
                </a:cubicBezTo>
                <a:cubicBezTo>
                  <a:pt x="53" y="292"/>
                  <a:pt x="53" y="292"/>
                  <a:pt x="53" y="292"/>
                </a:cubicBezTo>
                <a:cubicBezTo>
                  <a:pt x="53" y="44"/>
                  <a:pt x="53" y="44"/>
                  <a:pt x="53" y="44"/>
                </a:cubicBezTo>
                <a:lnTo>
                  <a:pt x="444" y="44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12" name="Freeform 141"/>
          <p:cNvSpPr>
            <a:spLocks noChangeArrowheads="1"/>
          </p:cNvSpPr>
          <p:nvPr/>
        </p:nvSpPr>
        <p:spPr bwMode="auto">
          <a:xfrm>
            <a:off x="5844408" y="5072202"/>
            <a:ext cx="369014" cy="373920"/>
          </a:xfrm>
          <a:custGeom>
            <a:avLst/>
            <a:gdLst>
              <a:gd name="T0" fmla="*/ 479 w 497"/>
              <a:gd name="T1" fmla="*/ 186 h 506"/>
              <a:gd name="T2" fmla="*/ 479 w 497"/>
              <a:gd name="T3" fmla="*/ 186 h 506"/>
              <a:gd name="T4" fmla="*/ 292 w 497"/>
              <a:gd name="T5" fmla="*/ 142 h 506"/>
              <a:gd name="T6" fmla="*/ 266 w 497"/>
              <a:gd name="T7" fmla="*/ 17 h 506"/>
              <a:gd name="T8" fmla="*/ 239 w 497"/>
              <a:gd name="T9" fmla="*/ 0 h 506"/>
              <a:gd name="T10" fmla="*/ 17 w 497"/>
              <a:gd name="T11" fmla="*/ 61 h 506"/>
              <a:gd name="T12" fmla="*/ 0 w 497"/>
              <a:gd name="T13" fmla="*/ 89 h 506"/>
              <a:gd name="T14" fmla="*/ 79 w 497"/>
              <a:gd name="T15" fmla="*/ 390 h 506"/>
              <a:gd name="T16" fmla="*/ 107 w 497"/>
              <a:gd name="T17" fmla="*/ 399 h 506"/>
              <a:gd name="T18" fmla="*/ 195 w 497"/>
              <a:gd name="T19" fmla="*/ 372 h 506"/>
              <a:gd name="T20" fmla="*/ 177 w 497"/>
              <a:gd name="T21" fmla="*/ 425 h 506"/>
              <a:gd name="T22" fmla="*/ 195 w 497"/>
              <a:gd name="T23" fmla="*/ 443 h 506"/>
              <a:gd name="T24" fmla="*/ 398 w 497"/>
              <a:gd name="T25" fmla="*/ 496 h 506"/>
              <a:gd name="T26" fmla="*/ 426 w 497"/>
              <a:gd name="T27" fmla="*/ 487 h 506"/>
              <a:gd name="T28" fmla="*/ 496 w 497"/>
              <a:gd name="T29" fmla="*/ 212 h 506"/>
              <a:gd name="T30" fmla="*/ 479 w 497"/>
              <a:gd name="T31" fmla="*/ 186 h 506"/>
              <a:gd name="T32" fmla="*/ 35 w 497"/>
              <a:gd name="T33" fmla="*/ 97 h 506"/>
              <a:gd name="T34" fmla="*/ 35 w 497"/>
              <a:gd name="T35" fmla="*/ 97 h 506"/>
              <a:gd name="T36" fmla="*/ 230 w 497"/>
              <a:gd name="T37" fmla="*/ 44 h 506"/>
              <a:gd name="T38" fmla="*/ 310 w 497"/>
              <a:gd name="T39" fmla="*/ 310 h 506"/>
              <a:gd name="T40" fmla="*/ 116 w 497"/>
              <a:gd name="T41" fmla="*/ 364 h 506"/>
              <a:gd name="T42" fmla="*/ 35 w 497"/>
              <a:gd name="T43" fmla="*/ 97 h 506"/>
              <a:gd name="T44" fmla="*/ 389 w 497"/>
              <a:gd name="T45" fmla="*/ 461 h 506"/>
              <a:gd name="T46" fmla="*/ 389 w 497"/>
              <a:gd name="T47" fmla="*/ 461 h 506"/>
              <a:gd name="T48" fmla="*/ 222 w 497"/>
              <a:gd name="T49" fmla="*/ 417 h 506"/>
              <a:gd name="T50" fmla="*/ 230 w 497"/>
              <a:gd name="T51" fmla="*/ 364 h 506"/>
              <a:gd name="T52" fmla="*/ 328 w 497"/>
              <a:gd name="T53" fmla="*/ 336 h 506"/>
              <a:gd name="T54" fmla="*/ 345 w 497"/>
              <a:gd name="T55" fmla="*/ 319 h 506"/>
              <a:gd name="T56" fmla="*/ 310 w 497"/>
              <a:gd name="T57" fmla="*/ 177 h 506"/>
              <a:gd name="T58" fmla="*/ 451 w 497"/>
              <a:gd name="T59" fmla="*/ 212 h 506"/>
              <a:gd name="T60" fmla="*/ 389 w 497"/>
              <a:gd name="T61" fmla="*/ 461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497" h="506">
                <a:moveTo>
                  <a:pt x="479" y="186"/>
                </a:moveTo>
                <a:lnTo>
                  <a:pt x="479" y="186"/>
                </a:lnTo>
                <a:cubicBezTo>
                  <a:pt x="292" y="142"/>
                  <a:pt x="292" y="142"/>
                  <a:pt x="292" y="142"/>
                </a:cubicBezTo>
                <a:cubicBezTo>
                  <a:pt x="266" y="17"/>
                  <a:pt x="266" y="17"/>
                  <a:pt x="266" y="17"/>
                </a:cubicBezTo>
                <a:cubicBezTo>
                  <a:pt x="257" y="8"/>
                  <a:pt x="248" y="0"/>
                  <a:pt x="239" y="0"/>
                </a:cubicBezTo>
                <a:cubicBezTo>
                  <a:pt x="17" y="61"/>
                  <a:pt x="17" y="61"/>
                  <a:pt x="17" y="61"/>
                </a:cubicBezTo>
                <a:cubicBezTo>
                  <a:pt x="0" y="71"/>
                  <a:pt x="0" y="80"/>
                  <a:pt x="0" y="89"/>
                </a:cubicBezTo>
                <a:cubicBezTo>
                  <a:pt x="79" y="390"/>
                  <a:pt x="79" y="390"/>
                  <a:pt x="79" y="390"/>
                </a:cubicBezTo>
                <a:cubicBezTo>
                  <a:pt x="79" y="399"/>
                  <a:pt x="97" y="399"/>
                  <a:pt x="107" y="399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77" y="425"/>
                  <a:pt x="177" y="425"/>
                  <a:pt x="177" y="425"/>
                </a:cubicBezTo>
                <a:cubicBezTo>
                  <a:pt x="177" y="434"/>
                  <a:pt x="186" y="443"/>
                  <a:pt x="195" y="443"/>
                </a:cubicBezTo>
                <a:cubicBezTo>
                  <a:pt x="398" y="496"/>
                  <a:pt x="398" y="496"/>
                  <a:pt x="398" y="496"/>
                </a:cubicBezTo>
                <a:cubicBezTo>
                  <a:pt x="407" y="505"/>
                  <a:pt x="416" y="496"/>
                  <a:pt x="426" y="487"/>
                </a:cubicBezTo>
                <a:cubicBezTo>
                  <a:pt x="496" y="212"/>
                  <a:pt x="496" y="212"/>
                  <a:pt x="496" y="212"/>
                </a:cubicBezTo>
                <a:cubicBezTo>
                  <a:pt x="496" y="204"/>
                  <a:pt x="488" y="186"/>
                  <a:pt x="479" y="186"/>
                </a:cubicBezTo>
                <a:close/>
                <a:moveTo>
                  <a:pt x="35" y="97"/>
                </a:moveTo>
                <a:lnTo>
                  <a:pt x="35" y="97"/>
                </a:lnTo>
                <a:cubicBezTo>
                  <a:pt x="230" y="44"/>
                  <a:pt x="230" y="44"/>
                  <a:pt x="230" y="44"/>
                </a:cubicBezTo>
                <a:cubicBezTo>
                  <a:pt x="310" y="310"/>
                  <a:pt x="310" y="310"/>
                  <a:pt x="310" y="310"/>
                </a:cubicBezTo>
                <a:cubicBezTo>
                  <a:pt x="116" y="364"/>
                  <a:pt x="116" y="364"/>
                  <a:pt x="116" y="364"/>
                </a:cubicBezTo>
                <a:lnTo>
                  <a:pt x="35" y="97"/>
                </a:lnTo>
                <a:close/>
                <a:moveTo>
                  <a:pt x="389" y="461"/>
                </a:moveTo>
                <a:lnTo>
                  <a:pt x="389" y="461"/>
                </a:lnTo>
                <a:cubicBezTo>
                  <a:pt x="222" y="417"/>
                  <a:pt x="222" y="417"/>
                  <a:pt x="222" y="417"/>
                </a:cubicBezTo>
                <a:cubicBezTo>
                  <a:pt x="230" y="364"/>
                  <a:pt x="230" y="364"/>
                  <a:pt x="230" y="364"/>
                </a:cubicBezTo>
                <a:cubicBezTo>
                  <a:pt x="328" y="336"/>
                  <a:pt x="328" y="336"/>
                  <a:pt x="328" y="336"/>
                </a:cubicBezTo>
                <a:cubicBezTo>
                  <a:pt x="336" y="336"/>
                  <a:pt x="345" y="327"/>
                  <a:pt x="345" y="319"/>
                </a:cubicBezTo>
                <a:cubicBezTo>
                  <a:pt x="310" y="177"/>
                  <a:pt x="310" y="177"/>
                  <a:pt x="310" y="177"/>
                </a:cubicBezTo>
                <a:cubicBezTo>
                  <a:pt x="451" y="212"/>
                  <a:pt x="451" y="212"/>
                  <a:pt x="451" y="212"/>
                </a:cubicBezTo>
                <a:lnTo>
                  <a:pt x="389" y="461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13" name="Freeform 144"/>
          <p:cNvSpPr>
            <a:spLocks noChangeArrowheads="1"/>
          </p:cNvSpPr>
          <p:nvPr/>
        </p:nvSpPr>
        <p:spPr bwMode="auto">
          <a:xfrm>
            <a:off x="7330274" y="2177020"/>
            <a:ext cx="329756" cy="293444"/>
          </a:xfrm>
          <a:custGeom>
            <a:avLst/>
            <a:gdLst>
              <a:gd name="T0" fmla="*/ 426 w 444"/>
              <a:gd name="T1" fmla="*/ 0 h 399"/>
              <a:gd name="T2" fmla="*/ 426 w 444"/>
              <a:gd name="T3" fmla="*/ 0 h 399"/>
              <a:gd name="T4" fmla="*/ 9 w 444"/>
              <a:gd name="T5" fmla="*/ 0 h 399"/>
              <a:gd name="T6" fmla="*/ 0 w 444"/>
              <a:gd name="T7" fmla="*/ 17 h 399"/>
              <a:gd name="T8" fmla="*/ 0 w 444"/>
              <a:gd name="T9" fmla="*/ 70 h 399"/>
              <a:gd name="T10" fmla="*/ 443 w 444"/>
              <a:gd name="T11" fmla="*/ 70 h 399"/>
              <a:gd name="T12" fmla="*/ 443 w 444"/>
              <a:gd name="T13" fmla="*/ 17 h 399"/>
              <a:gd name="T14" fmla="*/ 426 w 444"/>
              <a:gd name="T15" fmla="*/ 0 h 399"/>
              <a:gd name="T16" fmla="*/ 27 w 444"/>
              <a:gd name="T17" fmla="*/ 363 h 399"/>
              <a:gd name="T18" fmla="*/ 27 w 444"/>
              <a:gd name="T19" fmla="*/ 363 h 399"/>
              <a:gd name="T20" fmla="*/ 54 w 444"/>
              <a:gd name="T21" fmla="*/ 398 h 399"/>
              <a:gd name="T22" fmla="*/ 381 w 444"/>
              <a:gd name="T23" fmla="*/ 398 h 399"/>
              <a:gd name="T24" fmla="*/ 417 w 444"/>
              <a:gd name="T25" fmla="*/ 363 h 399"/>
              <a:gd name="T26" fmla="*/ 417 w 444"/>
              <a:gd name="T27" fmla="*/ 97 h 399"/>
              <a:gd name="T28" fmla="*/ 27 w 444"/>
              <a:gd name="T29" fmla="*/ 97 h 399"/>
              <a:gd name="T30" fmla="*/ 27 w 444"/>
              <a:gd name="T31" fmla="*/ 363 h 399"/>
              <a:gd name="T32" fmla="*/ 151 w 444"/>
              <a:gd name="T33" fmla="*/ 150 h 399"/>
              <a:gd name="T34" fmla="*/ 151 w 444"/>
              <a:gd name="T35" fmla="*/ 150 h 399"/>
              <a:gd name="T36" fmla="*/ 293 w 444"/>
              <a:gd name="T37" fmla="*/ 150 h 399"/>
              <a:gd name="T38" fmla="*/ 293 w 444"/>
              <a:gd name="T39" fmla="*/ 194 h 399"/>
              <a:gd name="T40" fmla="*/ 151 w 444"/>
              <a:gd name="T41" fmla="*/ 194 h 399"/>
              <a:gd name="T42" fmla="*/ 151 w 444"/>
              <a:gd name="T43" fmla="*/ 150 h 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44" h="399">
                <a:moveTo>
                  <a:pt x="426" y="0"/>
                </a:moveTo>
                <a:lnTo>
                  <a:pt x="426" y="0"/>
                </a:lnTo>
                <a:cubicBezTo>
                  <a:pt x="9" y="0"/>
                  <a:pt x="9" y="0"/>
                  <a:pt x="9" y="0"/>
                </a:cubicBezTo>
                <a:cubicBezTo>
                  <a:pt x="0" y="0"/>
                  <a:pt x="0" y="8"/>
                  <a:pt x="0" y="17"/>
                </a:cubicBezTo>
                <a:cubicBezTo>
                  <a:pt x="0" y="70"/>
                  <a:pt x="0" y="70"/>
                  <a:pt x="0" y="70"/>
                </a:cubicBezTo>
                <a:cubicBezTo>
                  <a:pt x="443" y="70"/>
                  <a:pt x="443" y="70"/>
                  <a:pt x="443" y="70"/>
                </a:cubicBezTo>
                <a:cubicBezTo>
                  <a:pt x="443" y="17"/>
                  <a:pt x="443" y="17"/>
                  <a:pt x="443" y="17"/>
                </a:cubicBezTo>
                <a:cubicBezTo>
                  <a:pt x="443" y="8"/>
                  <a:pt x="434" y="0"/>
                  <a:pt x="426" y="0"/>
                </a:cubicBezTo>
                <a:close/>
                <a:moveTo>
                  <a:pt x="27" y="363"/>
                </a:moveTo>
                <a:lnTo>
                  <a:pt x="27" y="363"/>
                </a:lnTo>
                <a:cubicBezTo>
                  <a:pt x="27" y="380"/>
                  <a:pt x="36" y="398"/>
                  <a:pt x="54" y="398"/>
                </a:cubicBezTo>
                <a:cubicBezTo>
                  <a:pt x="381" y="398"/>
                  <a:pt x="381" y="398"/>
                  <a:pt x="381" y="398"/>
                </a:cubicBezTo>
                <a:cubicBezTo>
                  <a:pt x="408" y="398"/>
                  <a:pt x="417" y="380"/>
                  <a:pt x="417" y="363"/>
                </a:cubicBezTo>
                <a:cubicBezTo>
                  <a:pt x="417" y="97"/>
                  <a:pt x="417" y="97"/>
                  <a:pt x="417" y="97"/>
                </a:cubicBezTo>
                <a:cubicBezTo>
                  <a:pt x="27" y="97"/>
                  <a:pt x="27" y="97"/>
                  <a:pt x="27" y="97"/>
                </a:cubicBezTo>
                <a:lnTo>
                  <a:pt x="27" y="363"/>
                </a:lnTo>
                <a:close/>
                <a:moveTo>
                  <a:pt x="151" y="150"/>
                </a:moveTo>
                <a:lnTo>
                  <a:pt x="151" y="150"/>
                </a:lnTo>
                <a:cubicBezTo>
                  <a:pt x="293" y="150"/>
                  <a:pt x="293" y="150"/>
                  <a:pt x="293" y="150"/>
                </a:cubicBezTo>
                <a:cubicBezTo>
                  <a:pt x="293" y="194"/>
                  <a:pt x="293" y="194"/>
                  <a:pt x="293" y="194"/>
                </a:cubicBezTo>
                <a:cubicBezTo>
                  <a:pt x="151" y="194"/>
                  <a:pt x="151" y="194"/>
                  <a:pt x="151" y="194"/>
                </a:cubicBezTo>
                <a:lnTo>
                  <a:pt x="151" y="150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14" name="Freeform 145"/>
          <p:cNvSpPr>
            <a:spLocks noChangeArrowheads="1"/>
          </p:cNvSpPr>
          <p:nvPr/>
        </p:nvSpPr>
        <p:spPr bwMode="auto">
          <a:xfrm>
            <a:off x="6598137" y="2156410"/>
            <a:ext cx="329756" cy="329756"/>
          </a:xfrm>
          <a:custGeom>
            <a:avLst/>
            <a:gdLst>
              <a:gd name="T0" fmla="*/ 70 w 444"/>
              <a:gd name="T1" fmla="*/ 400 h 445"/>
              <a:gd name="T2" fmla="*/ 70 w 444"/>
              <a:gd name="T3" fmla="*/ 400 h 445"/>
              <a:gd name="T4" fmla="*/ 124 w 444"/>
              <a:gd name="T5" fmla="*/ 444 h 445"/>
              <a:gd name="T6" fmla="*/ 168 w 444"/>
              <a:gd name="T7" fmla="*/ 400 h 445"/>
              <a:gd name="T8" fmla="*/ 124 w 444"/>
              <a:gd name="T9" fmla="*/ 346 h 445"/>
              <a:gd name="T10" fmla="*/ 70 w 444"/>
              <a:gd name="T11" fmla="*/ 400 h 445"/>
              <a:gd name="T12" fmla="*/ 319 w 444"/>
              <a:gd name="T13" fmla="*/ 400 h 445"/>
              <a:gd name="T14" fmla="*/ 319 w 444"/>
              <a:gd name="T15" fmla="*/ 400 h 445"/>
              <a:gd name="T16" fmla="*/ 372 w 444"/>
              <a:gd name="T17" fmla="*/ 444 h 445"/>
              <a:gd name="T18" fmla="*/ 417 w 444"/>
              <a:gd name="T19" fmla="*/ 400 h 445"/>
              <a:gd name="T20" fmla="*/ 372 w 444"/>
              <a:gd name="T21" fmla="*/ 346 h 445"/>
              <a:gd name="T22" fmla="*/ 319 w 444"/>
              <a:gd name="T23" fmla="*/ 400 h 445"/>
              <a:gd name="T24" fmla="*/ 159 w 444"/>
              <a:gd name="T25" fmla="*/ 284 h 445"/>
              <a:gd name="T26" fmla="*/ 159 w 444"/>
              <a:gd name="T27" fmla="*/ 284 h 445"/>
              <a:gd name="T28" fmla="*/ 434 w 444"/>
              <a:gd name="T29" fmla="*/ 204 h 445"/>
              <a:gd name="T30" fmla="*/ 443 w 444"/>
              <a:gd name="T31" fmla="*/ 187 h 445"/>
              <a:gd name="T32" fmla="*/ 443 w 444"/>
              <a:gd name="T33" fmla="*/ 54 h 445"/>
              <a:gd name="T34" fmla="*/ 98 w 444"/>
              <a:gd name="T35" fmla="*/ 54 h 445"/>
              <a:gd name="T36" fmla="*/ 98 w 444"/>
              <a:gd name="T37" fmla="*/ 10 h 445"/>
              <a:gd name="T38" fmla="*/ 89 w 444"/>
              <a:gd name="T39" fmla="*/ 0 h 445"/>
              <a:gd name="T40" fmla="*/ 9 w 444"/>
              <a:gd name="T41" fmla="*/ 0 h 445"/>
              <a:gd name="T42" fmla="*/ 0 w 444"/>
              <a:gd name="T43" fmla="*/ 10 h 445"/>
              <a:gd name="T44" fmla="*/ 0 w 444"/>
              <a:gd name="T45" fmla="*/ 54 h 445"/>
              <a:gd name="T46" fmla="*/ 45 w 444"/>
              <a:gd name="T47" fmla="*/ 54 h 445"/>
              <a:gd name="T48" fmla="*/ 98 w 444"/>
              <a:gd name="T49" fmla="*/ 275 h 445"/>
              <a:gd name="T50" fmla="*/ 98 w 444"/>
              <a:gd name="T51" fmla="*/ 302 h 445"/>
              <a:gd name="T52" fmla="*/ 98 w 444"/>
              <a:gd name="T53" fmla="*/ 338 h 445"/>
              <a:gd name="T54" fmla="*/ 106 w 444"/>
              <a:gd name="T55" fmla="*/ 346 h 445"/>
              <a:gd name="T56" fmla="*/ 124 w 444"/>
              <a:gd name="T57" fmla="*/ 346 h 445"/>
              <a:gd name="T58" fmla="*/ 372 w 444"/>
              <a:gd name="T59" fmla="*/ 346 h 445"/>
              <a:gd name="T60" fmla="*/ 434 w 444"/>
              <a:gd name="T61" fmla="*/ 346 h 445"/>
              <a:gd name="T62" fmla="*/ 443 w 444"/>
              <a:gd name="T63" fmla="*/ 338 h 445"/>
              <a:gd name="T64" fmla="*/ 443 w 444"/>
              <a:gd name="T65" fmla="*/ 302 h 445"/>
              <a:gd name="T66" fmla="*/ 168 w 444"/>
              <a:gd name="T67" fmla="*/ 302 h 445"/>
              <a:gd name="T68" fmla="*/ 159 w 444"/>
              <a:gd name="T69" fmla="*/ 284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44" h="445">
                <a:moveTo>
                  <a:pt x="70" y="400"/>
                </a:moveTo>
                <a:lnTo>
                  <a:pt x="70" y="400"/>
                </a:lnTo>
                <a:cubicBezTo>
                  <a:pt x="70" y="426"/>
                  <a:pt x="98" y="444"/>
                  <a:pt x="124" y="444"/>
                </a:cubicBezTo>
                <a:cubicBezTo>
                  <a:pt x="151" y="444"/>
                  <a:pt x="168" y="426"/>
                  <a:pt x="168" y="400"/>
                </a:cubicBezTo>
                <a:cubicBezTo>
                  <a:pt x="168" y="373"/>
                  <a:pt x="151" y="346"/>
                  <a:pt x="124" y="346"/>
                </a:cubicBezTo>
                <a:cubicBezTo>
                  <a:pt x="98" y="346"/>
                  <a:pt x="70" y="373"/>
                  <a:pt x="70" y="400"/>
                </a:cubicBezTo>
                <a:close/>
                <a:moveTo>
                  <a:pt x="319" y="400"/>
                </a:moveTo>
                <a:lnTo>
                  <a:pt x="319" y="400"/>
                </a:lnTo>
                <a:cubicBezTo>
                  <a:pt x="319" y="426"/>
                  <a:pt x="345" y="444"/>
                  <a:pt x="372" y="444"/>
                </a:cubicBezTo>
                <a:cubicBezTo>
                  <a:pt x="399" y="444"/>
                  <a:pt x="417" y="426"/>
                  <a:pt x="417" y="400"/>
                </a:cubicBezTo>
                <a:cubicBezTo>
                  <a:pt x="417" y="373"/>
                  <a:pt x="399" y="346"/>
                  <a:pt x="372" y="346"/>
                </a:cubicBezTo>
                <a:cubicBezTo>
                  <a:pt x="345" y="346"/>
                  <a:pt x="319" y="373"/>
                  <a:pt x="319" y="400"/>
                </a:cubicBezTo>
                <a:close/>
                <a:moveTo>
                  <a:pt x="159" y="284"/>
                </a:moveTo>
                <a:lnTo>
                  <a:pt x="159" y="284"/>
                </a:lnTo>
                <a:cubicBezTo>
                  <a:pt x="434" y="204"/>
                  <a:pt x="434" y="204"/>
                  <a:pt x="434" y="204"/>
                </a:cubicBezTo>
                <a:cubicBezTo>
                  <a:pt x="443" y="204"/>
                  <a:pt x="443" y="195"/>
                  <a:pt x="443" y="187"/>
                </a:cubicBezTo>
                <a:cubicBezTo>
                  <a:pt x="443" y="54"/>
                  <a:pt x="443" y="54"/>
                  <a:pt x="443" y="54"/>
                </a:cubicBezTo>
                <a:cubicBezTo>
                  <a:pt x="98" y="54"/>
                  <a:pt x="98" y="54"/>
                  <a:pt x="98" y="54"/>
                </a:cubicBezTo>
                <a:cubicBezTo>
                  <a:pt x="98" y="10"/>
                  <a:pt x="98" y="10"/>
                  <a:pt x="98" y="10"/>
                </a:cubicBezTo>
                <a:lnTo>
                  <a:pt x="89" y="0"/>
                </a:lnTo>
                <a:cubicBezTo>
                  <a:pt x="9" y="0"/>
                  <a:pt x="9" y="0"/>
                  <a:pt x="9" y="0"/>
                </a:cubicBezTo>
                <a:cubicBezTo>
                  <a:pt x="0" y="0"/>
                  <a:pt x="0" y="10"/>
                  <a:pt x="0" y="10"/>
                </a:cubicBezTo>
                <a:cubicBezTo>
                  <a:pt x="0" y="54"/>
                  <a:pt x="0" y="54"/>
                  <a:pt x="0" y="54"/>
                </a:cubicBezTo>
                <a:cubicBezTo>
                  <a:pt x="45" y="54"/>
                  <a:pt x="45" y="54"/>
                  <a:pt x="45" y="54"/>
                </a:cubicBezTo>
                <a:cubicBezTo>
                  <a:pt x="98" y="275"/>
                  <a:pt x="98" y="275"/>
                  <a:pt x="98" y="275"/>
                </a:cubicBezTo>
                <a:cubicBezTo>
                  <a:pt x="98" y="302"/>
                  <a:pt x="98" y="302"/>
                  <a:pt x="98" y="302"/>
                </a:cubicBezTo>
                <a:cubicBezTo>
                  <a:pt x="98" y="338"/>
                  <a:pt x="98" y="338"/>
                  <a:pt x="98" y="338"/>
                </a:cubicBezTo>
                <a:cubicBezTo>
                  <a:pt x="98" y="346"/>
                  <a:pt x="106" y="346"/>
                  <a:pt x="106" y="346"/>
                </a:cubicBezTo>
                <a:cubicBezTo>
                  <a:pt x="124" y="346"/>
                  <a:pt x="124" y="346"/>
                  <a:pt x="124" y="346"/>
                </a:cubicBezTo>
                <a:cubicBezTo>
                  <a:pt x="372" y="346"/>
                  <a:pt x="372" y="346"/>
                  <a:pt x="372" y="346"/>
                </a:cubicBezTo>
                <a:cubicBezTo>
                  <a:pt x="434" y="346"/>
                  <a:pt x="434" y="346"/>
                  <a:pt x="434" y="346"/>
                </a:cubicBezTo>
                <a:cubicBezTo>
                  <a:pt x="443" y="346"/>
                  <a:pt x="443" y="346"/>
                  <a:pt x="443" y="338"/>
                </a:cubicBezTo>
                <a:cubicBezTo>
                  <a:pt x="443" y="302"/>
                  <a:pt x="443" y="302"/>
                  <a:pt x="443" y="302"/>
                </a:cubicBezTo>
                <a:cubicBezTo>
                  <a:pt x="168" y="302"/>
                  <a:pt x="168" y="302"/>
                  <a:pt x="168" y="302"/>
                </a:cubicBezTo>
                <a:cubicBezTo>
                  <a:pt x="133" y="302"/>
                  <a:pt x="133" y="284"/>
                  <a:pt x="159" y="284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15" name="Freeform 146"/>
          <p:cNvSpPr>
            <a:spLocks noChangeArrowheads="1"/>
          </p:cNvSpPr>
          <p:nvPr/>
        </p:nvSpPr>
        <p:spPr bwMode="auto">
          <a:xfrm>
            <a:off x="5896423" y="2137763"/>
            <a:ext cx="264983" cy="367050"/>
          </a:xfrm>
          <a:custGeom>
            <a:avLst/>
            <a:gdLst>
              <a:gd name="T0" fmla="*/ 318 w 356"/>
              <a:gd name="T1" fmla="*/ 54 h 497"/>
              <a:gd name="T2" fmla="*/ 318 w 356"/>
              <a:gd name="T3" fmla="*/ 54 h 497"/>
              <a:gd name="T4" fmla="*/ 283 w 356"/>
              <a:gd name="T5" fmla="*/ 124 h 497"/>
              <a:gd name="T6" fmla="*/ 71 w 356"/>
              <a:gd name="T7" fmla="*/ 124 h 497"/>
              <a:gd name="T8" fmla="*/ 36 w 356"/>
              <a:gd name="T9" fmla="*/ 54 h 497"/>
              <a:gd name="T10" fmla="*/ 0 w 356"/>
              <a:gd name="T11" fmla="*/ 89 h 497"/>
              <a:gd name="T12" fmla="*/ 0 w 356"/>
              <a:gd name="T13" fmla="*/ 461 h 497"/>
              <a:gd name="T14" fmla="*/ 36 w 356"/>
              <a:gd name="T15" fmla="*/ 496 h 497"/>
              <a:gd name="T16" fmla="*/ 318 w 356"/>
              <a:gd name="T17" fmla="*/ 496 h 497"/>
              <a:gd name="T18" fmla="*/ 355 w 356"/>
              <a:gd name="T19" fmla="*/ 461 h 497"/>
              <a:gd name="T20" fmla="*/ 355 w 356"/>
              <a:gd name="T21" fmla="*/ 89 h 497"/>
              <a:gd name="T22" fmla="*/ 318 w 356"/>
              <a:gd name="T23" fmla="*/ 54 h 497"/>
              <a:gd name="T24" fmla="*/ 265 w 356"/>
              <a:gd name="T25" fmla="*/ 98 h 497"/>
              <a:gd name="T26" fmla="*/ 265 w 356"/>
              <a:gd name="T27" fmla="*/ 98 h 497"/>
              <a:gd name="T28" fmla="*/ 292 w 356"/>
              <a:gd name="T29" fmla="*/ 54 h 497"/>
              <a:gd name="T30" fmla="*/ 230 w 356"/>
              <a:gd name="T31" fmla="*/ 54 h 497"/>
              <a:gd name="T32" fmla="*/ 212 w 356"/>
              <a:gd name="T33" fmla="*/ 0 h 497"/>
              <a:gd name="T34" fmla="*/ 133 w 356"/>
              <a:gd name="T35" fmla="*/ 0 h 497"/>
              <a:gd name="T36" fmla="*/ 115 w 356"/>
              <a:gd name="T37" fmla="*/ 54 h 497"/>
              <a:gd name="T38" fmla="*/ 61 w 356"/>
              <a:gd name="T39" fmla="*/ 54 h 497"/>
              <a:gd name="T40" fmla="*/ 89 w 356"/>
              <a:gd name="T41" fmla="*/ 98 h 497"/>
              <a:gd name="T42" fmla="*/ 265 w 356"/>
              <a:gd name="T43" fmla="*/ 98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56" h="497">
                <a:moveTo>
                  <a:pt x="318" y="54"/>
                </a:moveTo>
                <a:lnTo>
                  <a:pt x="318" y="54"/>
                </a:lnTo>
                <a:cubicBezTo>
                  <a:pt x="283" y="124"/>
                  <a:pt x="283" y="124"/>
                  <a:pt x="283" y="124"/>
                </a:cubicBezTo>
                <a:cubicBezTo>
                  <a:pt x="71" y="124"/>
                  <a:pt x="71" y="124"/>
                  <a:pt x="71" y="124"/>
                </a:cubicBezTo>
                <a:cubicBezTo>
                  <a:pt x="36" y="54"/>
                  <a:pt x="36" y="54"/>
                  <a:pt x="36" y="54"/>
                </a:cubicBezTo>
                <a:cubicBezTo>
                  <a:pt x="17" y="54"/>
                  <a:pt x="0" y="71"/>
                  <a:pt x="0" y="89"/>
                </a:cubicBezTo>
                <a:cubicBezTo>
                  <a:pt x="0" y="461"/>
                  <a:pt x="0" y="461"/>
                  <a:pt x="0" y="461"/>
                </a:cubicBezTo>
                <a:cubicBezTo>
                  <a:pt x="0" y="487"/>
                  <a:pt x="17" y="496"/>
                  <a:pt x="36" y="496"/>
                </a:cubicBezTo>
                <a:cubicBezTo>
                  <a:pt x="318" y="496"/>
                  <a:pt x="318" y="496"/>
                  <a:pt x="318" y="496"/>
                </a:cubicBezTo>
                <a:cubicBezTo>
                  <a:pt x="336" y="496"/>
                  <a:pt x="355" y="487"/>
                  <a:pt x="355" y="461"/>
                </a:cubicBezTo>
                <a:cubicBezTo>
                  <a:pt x="355" y="89"/>
                  <a:pt x="355" y="89"/>
                  <a:pt x="355" y="89"/>
                </a:cubicBezTo>
                <a:cubicBezTo>
                  <a:pt x="355" y="71"/>
                  <a:pt x="336" y="54"/>
                  <a:pt x="318" y="54"/>
                </a:cubicBezTo>
                <a:close/>
                <a:moveTo>
                  <a:pt x="265" y="98"/>
                </a:moveTo>
                <a:lnTo>
                  <a:pt x="265" y="98"/>
                </a:lnTo>
                <a:cubicBezTo>
                  <a:pt x="292" y="54"/>
                  <a:pt x="292" y="54"/>
                  <a:pt x="292" y="54"/>
                </a:cubicBezTo>
                <a:cubicBezTo>
                  <a:pt x="230" y="54"/>
                  <a:pt x="230" y="54"/>
                  <a:pt x="230" y="54"/>
                </a:cubicBezTo>
                <a:cubicBezTo>
                  <a:pt x="212" y="0"/>
                  <a:pt x="212" y="0"/>
                  <a:pt x="212" y="0"/>
                </a:cubicBezTo>
                <a:cubicBezTo>
                  <a:pt x="133" y="0"/>
                  <a:pt x="133" y="0"/>
                  <a:pt x="133" y="0"/>
                </a:cubicBezTo>
                <a:cubicBezTo>
                  <a:pt x="115" y="54"/>
                  <a:pt x="115" y="54"/>
                  <a:pt x="115" y="54"/>
                </a:cubicBezTo>
                <a:cubicBezTo>
                  <a:pt x="61" y="54"/>
                  <a:pt x="61" y="54"/>
                  <a:pt x="61" y="54"/>
                </a:cubicBezTo>
                <a:cubicBezTo>
                  <a:pt x="89" y="98"/>
                  <a:pt x="89" y="98"/>
                  <a:pt x="89" y="98"/>
                </a:cubicBezTo>
                <a:lnTo>
                  <a:pt x="265" y="98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16" name="Freeform 151"/>
          <p:cNvSpPr>
            <a:spLocks noChangeArrowheads="1"/>
          </p:cNvSpPr>
          <p:nvPr/>
        </p:nvSpPr>
        <p:spPr bwMode="auto">
          <a:xfrm>
            <a:off x="7312608" y="4417596"/>
            <a:ext cx="369014" cy="214931"/>
          </a:xfrm>
          <a:custGeom>
            <a:avLst/>
            <a:gdLst>
              <a:gd name="T0" fmla="*/ 124 w 497"/>
              <a:gd name="T1" fmla="*/ 221 h 293"/>
              <a:gd name="T2" fmla="*/ 124 w 497"/>
              <a:gd name="T3" fmla="*/ 221 h 293"/>
              <a:gd name="T4" fmla="*/ 124 w 497"/>
              <a:gd name="T5" fmla="*/ 97 h 293"/>
              <a:gd name="T6" fmla="*/ 177 w 497"/>
              <a:gd name="T7" fmla="*/ 97 h 293"/>
              <a:gd name="T8" fmla="*/ 88 w 497"/>
              <a:gd name="T9" fmla="*/ 0 h 293"/>
              <a:gd name="T10" fmla="*/ 0 w 497"/>
              <a:gd name="T11" fmla="*/ 97 h 293"/>
              <a:gd name="T12" fmla="*/ 53 w 497"/>
              <a:gd name="T13" fmla="*/ 97 h 293"/>
              <a:gd name="T14" fmla="*/ 53 w 497"/>
              <a:gd name="T15" fmla="*/ 248 h 293"/>
              <a:gd name="T16" fmla="*/ 97 w 497"/>
              <a:gd name="T17" fmla="*/ 292 h 293"/>
              <a:gd name="T18" fmla="*/ 319 w 497"/>
              <a:gd name="T19" fmla="*/ 292 h 293"/>
              <a:gd name="T20" fmla="*/ 256 w 497"/>
              <a:gd name="T21" fmla="*/ 221 h 293"/>
              <a:gd name="T22" fmla="*/ 124 w 497"/>
              <a:gd name="T23" fmla="*/ 221 h 293"/>
              <a:gd name="T24" fmla="*/ 443 w 497"/>
              <a:gd name="T25" fmla="*/ 195 h 293"/>
              <a:gd name="T26" fmla="*/ 443 w 497"/>
              <a:gd name="T27" fmla="*/ 195 h 293"/>
              <a:gd name="T28" fmla="*/ 443 w 497"/>
              <a:gd name="T29" fmla="*/ 44 h 293"/>
              <a:gd name="T30" fmla="*/ 399 w 497"/>
              <a:gd name="T31" fmla="*/ 0 h 293"/>
              <a:gd name="T32" fmla="*/ 177 w 497"/>
              <a:gd name="T33" fmla="*/ 0 h 293"/>
              <a:gd name="T34" fmla="*/ 239 w 497"/>
              <a:gd name="T35" fmla="*/ 61 h 293"/>
              <a:gd name="T36" fmla="*/ 372 w 497"/>
              <a:gd name="T37" fmla="*/ 61 h 293"/>
              <a:gd name="T38" fmla="*/ 372 w 497"/>
              <a:gd name="T39" fmla="*/ 195 h 293"/>
              <a:gd name="T40" fmla="*/ 319 w 497"/>
              <a:gd name="T41" fmla="*/ 195 h 293"/>
              <a:gd name="T42" fmla="*/ 407 w 497"/>
              <a:gd name="T43" fmla="*/ 292 h 293"/>
              <a:gd name="T44" fmla="*/ 496 w 497"/>
              <a:gd name="T45" fmla="*/ 195 h 293"/>
              <a:gd name="T46" fmla="*/ 443 w 497"/>
              <a:gd name="T47" fmla="*/ 195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97" h="293">
                <a:moveTo>
                  <a:pt x="124" y="221"/>
                </a:moveTo>
                <a:lnTo>
                  <a:pt x="124" y="221"/>
                </a:lnTo>
                <a:cubicBezTo>
                  <a:pt x="124" y="97"/>
                  <a:pt x="124" y="97"/>
                  <a:pt x="124" y="97"/>
                </a:cubicBezTo>
                <a:cubicBezTo>
                  <a:pt x="177" y="97"/>
                  <a:pt x="177" y="97"/>
                  <a:pt x="177" y="97"/>
                </a:cubicBezTo>
                <a:cubicBezTo>
                  <a:pt x="88" y="0"/>
                  <a:pt x="88" y="0"/>
                  <a:pt x="88" y="0"/>
                </a:cubicBezTo>
                <a:cubicBezTo>
                  <a:pt x="0" y="97"/>
                  <a:pt x="0" y="97"/>
                  <a:pt x="0" y="97"/>
                </a:cubicBezTo>
                <a:cubicBezTo>
                  <a:pt x="53" y="97"/>
                  <a:pt x="53" y="97"/>
                  <a:pt x="53" y="97"/>
                </a:cubicBezTo>
                <a:cubicBezTo>
                  <a:pt x="53" y="248"/>
                  <a:pt x="53" y="248"/>
                  <a:pt x="53" y="248"/>
                </a:cubicBezTo>
                <a:cubicBezTo>
                  <a:pt x="53" y="274"/>
                  <a:pt x="71" y="292"/>
                  <a:pt x="97" y="292"/>
                </a:cubicBezTo>
                <a:cubicBezTo>
                  <a:pt x="319" y="292"/>
                  <a:pt x="319" y="292"/>
                  <a:pt x="319" y="292"/>
                </a:cubicBezTo>
                <a:cubicBezTo>
                  <a:pt x="256" y="221"/>
                  <a:pt x="256" y="221"/>
                  <a:pt x="256" y="221"/>
                </a:cubicBezTo>
                <a:lnTo>
                  <a:pt x="124" y="221"/>
                </a:lnTo>
                <a:close/>
                <a:moveTo>
                  <a:pt x="443" y="195"/>
                </a:moveTo>
                <a:lnTo>
                  <a:pt x="443" y="195"/>
                </a:lnTo>
                <a:cubicBezTo>
                  <a:pt x="443" y="44"/>
                  <a:pt x="443" y="44"/>
                  <a:pt x="443" y="44"/>
                </a:cubicBezTo>
                <a:cubicBezTo>
                  <a:pt x="443" y="17"/>
                  <a:pt x="425" y="0"/>
                  <a:pt x="399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239" y="61"/>
                  <a:pt x="239" y="61"/>
                  <a:pt x="239" y="61"/>
                </a:cubicBezTo>
                <a:cubicBezTo>
                  <a:pt x="372" y="61"/>
                  <a:pt x="372" y="61"/>
                  <a:pt x="372" y="61"/>
                </a:cubicBezTo>
                <a:cubicBezTo>
                  <a:pt x="372" y="195"/>
                  <a:pt x="372" y="195"/>
                  <a:pt x="372" y="195"/>
                </a:cubicBezTo>
                <a:cubicBezTo>
                  <a:pt x="319" y="195"/>
                  <a:pt x="319" y="195"/>
                  <a:pt x="319" y="195"/>
                </a:cubicBezTo>
                <a:cubicBezTo>
                  <a:pt x="407" y="292"/>
                  <a:pt x="407" y="292"/>
                  <a:pt x="407" y="292"/>
                </a:cubicBezTo>
                <a:cubicBezTo>
                  <a:pt x="496" y="195"/>
                  <a:pt x="496" y="195"/>
                  <a:pt x="496" y="195"/>
                </a:cubicBezTo>
                <a:lnTo>
                  <a:pt x="443" y="195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17" name="Freeform 154"/>
          <p:cNvSpPr>
            <a:spLocks noChangeArrowheads="1"/>
          </p:cNvSpPr>
          <p:nvPr/>
        </p:nvSpPr>
        <p:spPr bwMode="auto">
          <a:xfrm>
            <a:off x="4454721" y="4315529"/>
            <a:ext cx="264983" cy="358218"/>
          </a:xfrm>
          <a:custGeom>
            <a:avLst/>
            <a:gdLst>
              <a:gd name="T0" fmla="*/ 346 w 355"/>
              <a:gd name="T1" fmla="*/ 132 h 487"/>
              <a:gd name="T2" fmla="*/ 346 w 355"/>
              <a:gd name="T3" fmla="*/ 132 h 487"/>
              <a:gd name="T4" fmla="*/ 116 w 355"/>
              <a:gd name="T5" fmla="*/ 17 h 487"/>
              <a:gd name="T6" fmla="*/ 9 w 355"/>
              <a:gd name="T7" fmla="*/ 53 h 487"/>
              <a:gd name="T8" fmla="*/ 0 w 355"/>
              <a:gd name="T9" fmla="*/ 79 h 487"/>
              <a:gd name="T10" fmla="*/ 9 w 355"/>
              <a:gd name="T11" fmla="*/ 345 h 487"/>
              <a:gd name="T12" fmla="*/ 18 w 355"/>
              <a:gd name="T13" fmla="*/ 363 h 487"/>
              <a:gd name="T14" fmla="*/ 222 w 355"/>
              <a:gd name="T15" fmla="*/ 486 h 487"/>
              <a:gd name="T16" fmla="*/ 231 w 355"/>
              <a:gd name="T17" fmla="*/ 486 h 487"/>
              <a:gd name="T18" fmla="*/ 240 w 355"/>
              <a:gd name="T19" fmla="*/ 486 h 487"/>
              <a:gd name="T20" fmla="*/ 248 w 355"/>
              <a:gd name="T21" fmla="*/ 478 h 487"/>
              <a:gd name="T22" fmla="*/ 248 w 355"/>
              <a:gd name="T23" fmla="*/ 203 h 487"/>
              <a:gd name="T24" fmla="*/ 240 w 355"/>
              <a:gd name="T25" fmla="*/ 185 h 487"/>
              <a:gd name="T26" fmla="*/ 44 w 355"/>
              <a:gd name="T27" fmla="*/ 70 h 487"/>
              <a:gd name="T28" fmla="*/ 71 w 355"/>
              <a:gd name="T29" fmla="*/ 53 h 487"/>
              <a:gd name="T30" fmla="*/ 107 w 355"/>
              <a:gd name="T31" fmla="*/ 44 h 487"/>
              <a:gd name="T32" fmla="*/ 301 w 355"/>
              <a:gd name="T33" fmla="*/ 150 h 487"/>
              <a:gd name="T34" fmla="*/ 310 w 355"/>
              <a:gd name="T35" fmla="*/ 159 h 487"/>
              <a:gd name="T36" fmla="*/ 310 w 355"/>
              <a:gd name="T37" fmla="*/ 425 h 487"/>
              <a:gd name="T38" fmla="*/ 328 w 355"/>
              <a:gd name="T39" fmla="*/ 442 h 487"/>
              <a:gd name="T40" fmla="*/ 354 w 355"/>
              <a:gd name="T41" fmla="*/ 425 h 487"/>
              <a:gd name="T42" fmla="*/ 354 w 355"/>
              <a:gd name="T43" fmla="*/ 141 h 487"/>
              <a:gd name="T44" fmla="*/ 346 w 355"/>
              <a:gd name="T45" fmla="*/ 132 h 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55" h="487">
                <a:moveTo>
                  <a:pt x="346" y="132"/>
                </a:moveTo>
                <a:lnTo>
                  <a:pt x="346" y="132"/>
                </a:lnTo>
                <a:cubicBezTo>
                  <a:pt x="116" y="17"/>
                  <a:pt x="116" y="17"/>
                  <a:pt x="116" y="17"/>
                </a:cubicBezTo>
                <a:cubicBezTo>
                  <a:pt x="89" y="0"/>
                  <a:pt x="27" y="25"/>
                  <a:pt x="9" y="53"/>
                </a:cubicBezTo>
                <a:cubicBezTo>
                  <a:pt x="0" y="70"/>
                  <a:pt x="0" y="79"/>
                  <a:pt x="0" y="79"/>
                </a:cubicBezTo>
                <a:cubicBezTo>
                  <a:pt x="9" y="345"/>
                  <a:pt x="9" y="345"/>
                  <a:pt x="9" y="345"/>
                </a:cubicBezTo>
                <a:cubicBezTo>
                  <a:pt x="9" y="345"/>
                  <a:pt x="18" y="354"/>
                  <a:pt x="18" y="363"/>
                </a:cubicBezTo>
                <a:cubicBezTo>
                  <a:pt x="36" y="363"/>
                  <a:pt x="222" y="486"/>
                  <a:pt x="222" y="486"/>
                </a:cubicBezTo>
                <a:cubicBezTo>
                  <a:pt x="231" y="486"/>
                  <a:pt x="231" y="486"/>
                  <a:pt x="231" y="486"/>
                </a:cubicBezTo>
                <a:cubicBezTo>
                  <a:pt x="240" y="486"/>
                  <a:pt x="240" y="486"/>
                  <a:pt x="240" y="486"/>
                </a:cubicBezTo>
                <a:cubicBezTo>
                  <a:pt x="248" y="486"/>
                  <a:pt x="248" y="478"/>
                  <a:pt x="248" y="478"/>
                </a:cubicBezTo>
                <a:cubicBezTo>
                  <a:pt x="248" y="203"/>
                  <a:pt x="248" y="203"/>
                  <a:pt x="248" y="203"/>
                </a:cubicBezTo>
                <a:cubicBezTo>
                  <a:pt x="248" y="194"/>
                  <a:pt x="248" y="194"/>
                  <a:pt x="240" y="185"/>
                </a:cubicBezTo>
                <a:cubicBezTo>
                  <a:pt x="44" y="70"/>
                  <a:pt x="44" y="70"/>
                  <a:pt x="44" y="70"/>
                </a:cubicBezTo>
                <a:cubicBezTo>
                  <a:pt x="44" y="70"/>
                  <a:pt x="53" y="61"/>
                  <a:pt x="71" y="53"/>
                </a:cubicBezTo>
                <a:cubicBezTo>
                  <a:pt x="89" y="44"/>
                  <a:pt x="97" y="44"/>
                  <a:pt x="107" y="44"/>
                </a:cubicBezTo>
                <a:cubicBezTo>
                  <a:pt x="107" y="44"/>
                  <a:pt x="293" y="150"/>
                  <a:pt x="301" y="150"/>
                </a:cubicBezTo>
                <a:cubicBezTo>
                  <a:pt x="310" y="159"/>
                  <a:pt x="310" y="159"/>
                  <a:pt x="310" y="159"/>
                </a:cubicBezTo>
                <a:cubicBezTo>
                  <a:pt x="310" y="168"/>
                  <a:pt x="310" y="425"/>
                  <a:pt x="310" y="425"/>
                </a:cubicBezTo>
                <a:cubicBezTo>
                  <a:pt x="310" y="433"/>
                  <a:pt x="319" y="442"/>
                  <a:pt x="328" y="442"/>
                </a:cubicBezTo>
                <a:cubicBezTo>
                  <a:pt x="337" y="442"/>
                  <a:pt x="354" y="433"/>
                  <a:pt x="354" y="425"/>
                </a:cubicBezTo>
                <a:cubicBezTo>
                  <a:pt x="354" y="141"/>
                  <a:pt x="354" y="141"/>
                  <a:pt x="354" y="141"/>
                </a:cubicBezTo>
                <a:lnTo>
                  <a:pt x="346" y="132"/>
                </a:ln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18" name="Freeform 155"/>
          <p:cNvSpPr>
            <a:spLocks noChangeArrowheads="1"/>
          </p:cNvSpPr>
          <p:nvPr/>
        </p:nvSpPr>
        <p:spPr bwMode="auto">
          <a:xfrm>
            <a:off x="6607951" y="5788637"/>
            <a:ext cx="340552" cy="369013"/>
          </a:xfrm>
          <a:custGeom>
            <a:avLst/>
            <a:gdLst>
              <a:gd name="T0" fmla="*/ 79 w 461"/>
              <a:gd name="T1" fmla="*/ 9 h 497"/>
              <a:gd name="T2" fmla="*/ 79 w 461"/>
              <a:gd name="T3" fmla="*/ 9 h 497"/>
              <a:gd name="T4" fmla="*/ 71 w 461"/>
              <a:gd name="T5" fmla="*/ 9 h 497"/>
              <a:gd name="T6" fmla="*/ 0 w 461"/>
              <a:gd name="T7" fmla="*/ 195 h 497"/>
              <a:gd name="T8" fmla="*/ 79 w 461"/>
              <a:gd name="T9" fmla="*/ 274 h 497"/>
              <a:gd name="T10" fmla="*/ 159 w 461"/>
              <a:gd name="T11" fmla="*/ 195 h 497"/>
              <a:gd name="T12" fmla="*/ 79 w 461"/>
              <a:gd name="T13" fmla="*/ 9 h 497"/>
              <a:gd name="T14" fmla="*/ 390 w 461"/>
              <a:gd name="T15" fmla="*/ 9 h 497"/>
              <a:gd name="T16" fmla="*/ 390 w 461"/>
              <a:gd name="T17" fmla="*/ 9 h 497"/>
              <a:gd name="T18" fmla="*/ 381 w 461"/>
              <a:gd name="T19" fmla="*/ 9 h 497"/>
              <a:gd name="T20" fmla="*/ 301 w 461"/>
              <a:gd name="T21" fmla="*/ 195 h 497"/>
              <a:gd name="T22" fmla="*/ 381 w 461"/>
              <a:gd name="T23" fmla="*/ 274 h 497"/>
              <a:gd name="T24" fmla="*/ 460 w 461"/>
              <a:gd name="T25" fmla="*/ 195 h 497"/>
              <a:gd name="T26" fmla="*/ 390 w 461"/>
              <a:gd name="T27" fmla="*/ 9 h 497"/>
              <a:gd name="T28" fmla="*/ 230 w 461"/>
              <a:gd name="T29" fmla="*/ 221 h 497"/>
              <a:gd name="T30" fmla="*/ 230 w 461"/>
              <a:gd name="T31" fmla="*/ 221 h 497"/>
              <a:gd name="T32" fmla="*/ 150 w 461"/>
              <a:gd name="T33" fmla="*/ 417 h 497"/>
              <a:gd name="T34" fmla="*/ 230 w 461"/>
              <a:gd name="T35" fmla="*/ 496 h 497"/>
              <a:gd name="T36" fmla="*/ 310 w 461"/>
              <a:gd name="T37" fmla="*/ 417 h 497"/>
              <a:gd name="T38" fmla="*/ 230 w 461"/>
              <a:gd name="T39" fmla="*/ 221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61" h="497">
                <a:moveTo>
                  <a:pt x="79" y="9"/>
                </a:moveTo>
                <a:lnTo>
                  <a:pt x="79" y="9"/>
                </a:lnTo>
                <a:cubicBezTo>
                  <a:pt x="79" y="0"/>
                  <a:pt x="71" y="0"/>
                  <a:pt x="71" y="9"/>
                </a:cubicBezTo>
                <a:cubicBezTo>
                  <a:pt x="62" y="107"/>
                  <a:pt x="0" y="124"/>
                  <a:pt x="0" y="195"/>
                </a:cubicBezTo>
                <a:cubicBezTo>
                  <a:pt x="0" y="239"/>
                  <a:pt x="35" y="274"/>
                  <a:pt x="79" y="274"/>
                </a:cubicBezTo>
                <a:cubicBezTo>
                  <a:pt x="124" y="274"/>
                  <a:pt x="159" y="239"/>
                  <a:pt x="159" y="195"/>
                </a:cubicBezTo>
                <a:cubicBezTo>
                  <a:pt x="159" y="124"/>
                  <a:pt x="88" y="107"/>
                  <a:pt x="79" y="9"/>
                </a:cubicBezTo>
                <a:close/>
                <a:moveTo>
                  <a:pt x="390" y="9"/>
                </a:moveTo>
                <a:lnTo>
                  <a:pt x="390" y="9"/>
                </a:lnTo>
                <a:cubicBezTo>
                  <a:pt x="390" y="0"/>
                  <a:pt x="381" y="0"/>
                  <a:pt x="381" y="9"/>
                </a:cubicBezTo>
                <a:cubicBezTo>
                  <a:pt x="363" y="107"/>
                  <a:pt x="301" y="124"/>
                  <a:pt x="301" y="195"/>
                </a:cubicBezTo>
                <a:cubicBezTo>
                  <a:pt x="301" y="239"/>
                  <a:pt x="336" y="274"/>
                  <a:pt x="381" y="274"/>
                </a:cubicBezTo>
                <a:cubicBezTo>
                  <a:pt x="425" y="274"/>
                  <a:pt x="460" y="239"/>
                  <a:pt x="460" y="195"/>
                </a:cubicBezTo>
                <a:cubicBezTo>
                  <a:pt x="460" y="124"/>
                  <a:pt x="398" y="107"/>
                  <a:pt x="390" y="9"/>
                </a:cubicBezTo>
                <a:close/>
                <a:moveTo>
                  <a:pt x="230" y="221"/>
                </a:moveTo>
                <a:lnTo>
                  <a:pt x="230" y="221"/>
                </a:lnTo>
                <a:cubicBezTo>
                  <a:pt x="212" y="328"/>
                  <a:pt x="150" y="345"/>
                  <a:pt x="150" y="417"/>
                </a:cubicBezTo>
                <a:cubicBezTo>
                  <a:pt x="150" y="461"/>
                  <a:pt x="185" y="496"/>
                  <a:pt x="230" y="496"/>
                </a:cubicBezTo>
                <a:cubicBezTo>
                  <a:pt x="275" y="496"/>
                  <a:pt x="310" y="461"/>
                  <a:pt x="310" y="417"/>
                </a:cubicBezTo>
                <a:cubicBezTo>
                  <a:pt x="310" y="345"/>
                  <a:pt x="247" y="328"/>
                  <a:pt x="230" y="221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19" name="Freeform 156"/>
          <p:cNvSpPr>
            <a:spLocks noChangeArrowheads="1"/>
          </p:cNvSpPr>
          <p:nvPr/>
        </p:nvSpPr>
        <p:spPr bwMode="auto">
          <a:xfrm>
            <a:off x="5946476" y="5788637"/>
            <a:ext cx="193339" cy="369013"/>
          </a:xfrm>
          <a:custGeom>
            <a:avLst/>
            <a:gdLst>
              <a:gd name="T0" fmla="*/ 194 w 266"/>
              <a:gd name="T1" fmla="*/ 248 h 497"/>
              <a:gd name="T2" fmla="*/ 194 w 266"/>
              <a:gd name="T3" fmla="*/ 248 h 497"/>
              <a:gd name="T4" fmla="*/ 194 w 266"/>
              <a:gd name="T5" fmla="*/ 26 h 497"/>
              <a:gd name="T6" fmla="*/ 168 w 266"/>
              <a:gd name="T7" fmla="*/ 0 h 497"/>
              <a:gd name="T8" fmla="*/ 88 w 266"/>
              <a:gd name="T9" fmla="*/ 0 h 497"/>
              <a:gd name="T10" fmla="*/ 71 w 266"/>
              <a:gd name="T11" fmla="*/ 26 h 497"/>
              <a:gd name="T12" fmla="*/ 71 w 266"/>
              <a:gd name="T13" fmla="*/ 248 h 497"/>
              <a:gd name="T14" fmla="*/ 0 w 266"/>
              <a:gd name="T15" fmla="*/ 364 h 497"/>
              <a:gd name="T16" fmla="*/ 132 w 266"/>
              <a:gd name="T17" fmla="*/ 496 h 497"/>
              <a:gd name="T18" fmla="*/ 265 w 266"/>
              <a:gd name="T19" fmla="*/ 364 h 497"/>
              <a:gd name="T20" fmla="*/ 194 w 266"/>
              <a:gd name="T21" fmla="*/ 248 h 497"/>
              <a:gd name="T22" fmla="*/ 132 w 266"/>
              <a:gd name="T23" fmla="*/ 452 h 497"/>
              <a:gd name="T24" fmla="*/ 132 w 266"/>
              <a:gd name="T25" fmla="*/ 452 h 497"/>
              <a:gd name="T26" fmla="*/ 44 w 266"/>
              <a:gd name="T27" fmla="*/ 364 h 497"/>
              <a:gd name="T28" fmla="*/ 106 w 266"/>
              <a:gd name="T29" fmla="*/ 283 h 497"/>
              <a:gd name="T30" fmla="*/ 106 w 266"/>
              <a:gd name="T31" fmla="*/ 98 h 497"/>
              <a:gd name="T32" fmla="*/ 159 w 266"/>
              <a:gd name="T33" fmla="*/ 98 h 497"/>
              <a:gd name="T34" fmla="*/ 159 w 266"/>
              <a:gd name="T35" fmla="*/ 283 h 497"/>
              <a:gd name="T36" fmla="*/ 212 w 266"/>
              <a:gd name="T37" fmla="*/ 364 h 497"/>
              <a:gd name="T38" fmla="*/ 132 w 266"/>
              <a:gd name="T39" fmla="*/ 452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66" h="497">
                <a:moveTo>
                  <a:pt x="194" y="248"/>
                </a:moveTo>
                <a:lnTo>
                  <a:pt x="194" y="248"/>
                </a:lnTo>
                <a:cubicBezTo>
                  <a:pt x="194" y="26"/>
                  <a:pt x="194" y="26"/>
                  <a:pt x="194" y="26"/>
                </a:cubicBezTo>
                <a:cubicBezTo>
                  <a:pt x="194" y="17"/>
                  <a:pt x="185" y="0"/>
                  <a:pt x="16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71" y="0"/>
                  <a:pt x="71" y="17"/>
                  <a:pt x="71" y="26"/>
                </a:cubicBezTo>
                <a:cubicBezTo>
                  <a:pt x="71" y="248"/>
                  <a:pt x="71" y="248"/>
                  <a:pt x="71" y="248"/>
                </a:cubicBezTo>
                <a:cubicBezTo>
                  <a:pt x="26" y="266"/>
                  <a:pt x="0" y="310"/>
                  <a:pt x="0" y="364"/>
                </a:cubicBezTo>
                <a:cubicBezTo>
                  <a:pt x="0" y="443"/>
                  <a:pt x="62" y="496"/>
                  <a:pt x="132" y="496"/>
                </a:cubicBezTo>
                <a:cubicBezTo>
                  <a:pt x="204" y="496"/>
                  <a:pt x="265" y="443"/>
                  <a:pt x="265" y="364"/>
                </a:cubicBezTo>
                <a:cubicBezTo>
                  <a:pt x="265" y="310"/>
                  <a:pt x="239" y="266"/>
                  <a:pt x="194" y="248"/>
                </a:cubicBezTo>
                <a:close/>
                <a:moveTo>
                  <a:pt x="132" y="452"/>
                </a:moveTo>
                <a:lnTo>
                  <a:pt x="132" y="452"/>
                </a:lnTo>
                <a:cubicBezTo>
                  <a:pt x="88" y="452"/>
                  <a:pt x="44" y="408"/>
                  <a:pt x="44" y="364"/>
                </a:cubicBezTo>
                <a:cubicBezTo>
                  <a:pt x="44" y="328"/>
                  <a:pt x="71" y="292"/>
                  <a:pt x="106" y="283"/>
                </a:cubicBezTo>
                <a:cubicBezTo>
                  <a:pt x="106" y="98"/>
                  <a:pt x="106" y="98"/>
                  <a:pt x="106" y="98"/>
                </a:cubicBezTo>
                <a:cubicBezTo>
                  <a:pt x="159" y="98"/>
                  <a:pt x="159" y="98"/>
                  <a:pt x="159" y="98"/>
                </a:cubicBezTo>
                <a:cubicBezTo>
                  <a:pt x="159" y="283"/>
                  <a:pt x="159" y="283"/>
                  <a:pt x="159" y="283"/>
                </a:cubicBezTo>
                <a:cubicBezTo>
                  <a:pt x="194" y="292"/>
                  <a:pt x="212" y="328"/>
                  <a:pt x="212" y="364"/>
                </a:cubicBezTo>
                <a:cubicBezTo>
                  <a:pt x="212" y="408"/>
                  <a:pt x="177" y="452"/>
                  <a:pt x="132" y="452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20" name="Freeform 158"/>
          <p:cNvSpPr>
            <a:spLocks noChangeArrowheads="1"/>
          </p:cNvSpPr>
          <p:nvPr/>
        </p:nvSpPr>
        <p:spPr bwMode="auto">
          <a:xfrm>
            <a:off x="5109327" y="2234923"/>
            <a:ext cx="369014" cy="172729"/>
          </a:xfrm>
          <a:custGeom>
            <a:avLst/>
            <a:gdLst>
              <a:gd name="T0" fmla="*/ 380 w 497"/>
              <a:gd name="T1" fmla="*/ 0 h 232"/>
              <a:gd name="T2" fmla="*/ 380 w 497"/>
              <a:gd name="T3" fmla="*/ 0 h 232"/>
              <a:gd name="T4" fmla="*/ 266 w 497"/>
              <a:gd name="T5" fmla="*/ 115 h 232"/>
              <a:gd name="T6" fmla="*/ 283 w 497"/>
              <a:gd name="T7" fmla="*/ 186 h 232"/>
              <a:gd name="T8" fmla="*/ 203 w 497"/>
              <a:gd name="T9" fmla="*/ 186 h 232"/>
              <a:gd name="T10" fmla="*/ 230 w 497"/>
              <a:gd name="T11" fmla="*/ 115 h 232"/>
              <a:gd name="T12" fmla="*/ 114 w 497"/>
              <a:gd name="T13" fmla="*/ 0 h 232"/>
              <a:gd name="T14" fmla="*/ 0 w 497"/>
              <a:gd name="T15" fmla="*/ 115 h 232"/>
              <a:gd name="T16" fmla="*/ 114 w 497"/>
              <a:gd name="T17" fmla="*/ 231 h 232"/>
              <a:gd name="T18" fmla="*/ 380 w 497"/>
              <a:gd name="T19" fmla="*/ 231 h 232"/>
              <a:gd name="T20" fmla="*/ 496 w 497"/>
              <a:gd name="T21" fmla="*/ 115 h 232"/>
              <a:gd name="T22" fmla="*/ 380 w 497"/>
              <a:gd name="T23" fmla="*/ 0 h 232"/>
              <a:gd name="T24" fmla="*/ 53 w 497"/>
              <a:gd name="T25" fmla="*/ 115 h 232"/>
              <a:gd name="T26" fmla="*/ 53 w 497"/>
              <a:gd name="T27" fmla="*/ 115 h 232"/>
              <a:gd name="T28" fmla="*/ 114 w 497"/>
              <a:gd name="T29" fmla="*/ 53 h 232"/>
              <a:gd name="T30" fmla="*/ 177 w 497"/>
              <a:gd name="T31" fmla="*/ 115 h 232"/>
              <a:gd name="T32" fmla="*/ 114 w 497"/>
              <a:gd name="T33" fmla="*/ 186 h 232"/>
              <a:gd name="T34" fmla="*/ 53 w 497"/>
              <a:gd name="T35" fmla="*/ 115 h 232"/>
              <a:gd name="T36" fmla="*/ 380 w 497"/>
              <a:gd name="T37" fmla="*/ 186 h 232"/>
              <a:gd name="T38" fmla="*/ 380 w 497"/>
              <a:gd name="T39" fmla="*/ 186 h 232"/>
              <a:gd name="T40" fmla="*/ 319 w 497"/>
              <a:gd name="T41" fmla="*/ 115 h 232"/>
              <a:gd name="T42" fmla="*/ 380 w 497"/>
              <a:gd name="T43" fmla="*/ 53 h 232"/>
              <a:gd name="T44" fmla="*/ 442 w 497"/>
              <a:gd name="T45" fmla="*/ 115 h 232"/>
              <a:gd name="T46" fmla="*/ 380 w 497"/>
              <a:gd name="T47" fmla="*/ 186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97" h="232">
                <a:moveTo>
                  <a:pt x="380" y="0"/>
                </a:moveTo>
                <a:lnTo>
                  <a:pt x="380" y="0"/>
                </a:lnTo>
                <a:cubicBezTo>
                  <a:pt x="319" y="0"/>
                  <a:pt x="266" y="53"/>
                  <a:pt x="266" y="115"/>
                </a:cubicBezTo>
                <a:cubicBezTo>
                  <a:pt x="266" y="141"/>
                  <a:pt x="274" y="168"/>
                  <a:pt x="283" y="186"/>
                </a:cubicBezTo>
                <a:cubicBezTo>
                  <a:pt x="203" y="186"/>
                  <a:pt x="203" y="186"/>
                  <a:pt x="203" y="186"/>
                </a:cubicBezTo>
                <a:cubicBezTo>
                  <a:pt x="221" y="168"/>
                  <a:pt x="230" y="141"/>
                  <a:pt x="230" y="115"/>
                </a:cubicBezTo>
                <a:cubicBezTo>
                  <a:pt x="230" y="53"/>
                  <a:pt x="177" y="0"/>
                  <a:pt x="114" y="0"/>
                </a:cubicBezTo>
                <a:cubicBezTo>
                  <a:pt x="53" y="0"/>
                  <a:pt x="0" y="53"/>
                  <a:pt x="0" y="115"/>
                </a:cubicBezTo>
                <a:cubicBezTo>
                  <a:pt x="0" y="177"/>
                  <a:pt x="53" y="231"/>
                  <a:pt x="114" y="231"/>
                </a:cubicBezTo>
                <a:cubicBezTo>
                  <a:pt x="380" y="231"/>
                  <a:pt x="380" y="231"/>
                  <a:pt x="380" y="231"/>
                </a:cubicBezTo>
                <a:cubicBezTo>
                  <a:pt x="442" y="231"/>
                  <a:pt x="496" y="177"/>
                  <a:pt x="496" y="115"/>
                </a:cubicBezTo>
                <a:cubicBezTo>
                  <a:pt x="496" y="53"/>
                  <a:pt x="442" y="0"/>
                  <a:pt x="380" y="0"/>
                </a:cubicBezTo>
                <a:close/>
                <a:moveTo>
                  <a:pt x="53" y="115"/>
                </a:moveTo>
                <a:lnTo>
                  <a:pt x="53" y="115"/>
                </a:lnTo>
                <a:cubicBezTo>
                  <a:pt x="53" y="80"/>
                  <a:pt x="79" y="53"/>
                  <a:pt x="114" y="53"/>
                </a:cubicBezTo>
                <a:cubicBezTo>
                  <a:pt x="150" y="53"/>
                  <a:pt x="177" y="80"/>
                  <a:pt x="177" y="115"/>
                </a:cubicBezTo>
                <a:cubicBezTo>
                  <a:pt x="177" y="150"/>
                  <a:pt x="150" y="186"/>
                  <a:pt x="114" y="186"/>
                </a:cubicBezTo>
                <a:cubicBezTo>
                  <a:pt x="79" y="186"/>
                  <a:pt x="53" y="150"/>
                  <a:pt x="53" y="115"/>
                </a:cubicBezTo>
                <a:close/>
                <a:moveTo>
                  <a:pt x="380" y="186"/>
                </a:moveTo>
                <a:lnTo>
                  <a:pt x="380" y="186"/>
                </a:lnTo>
                <a:cubicBezTo>
                  <a:pt x="345" y="186"/>
                  <a:pt x="319" y="150"/>
                  <a:pt x="319" y="115"/>
                </a:cubicBezTo>
                <a:cubicBezTo>
                  <a:pt x="319" y="80"/>
                  <a:pt x="345" y="53"/>
                  <a:pt x="380" y="53"/>
                </a:cubicBezTo>
                <a:cubicBezTo>
                  <a:pt x="416" y="53"/>
                  <a:pt x="442" y="80"/>
                  <a:pt x="442" y="115"/>
                </a:cubicBezTo>
                <a:cubicBezTo>
                  <a:pt x="442" y="150"/>
                  <a:pt x="416" y="186"/>
                  <a:pt x="380" y="186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21" name="Freeform 159"/>
          <p:cNvSpPr>
            <a:spLocks noChangeArrowheads="1"/>
          </p:cNvSpPr>
          <p:nvPr/>
        </p:nvSpPr>
        <p:spPr bwMode="auto">
          <a:xfrm>
            <a:off x="7312608" y="3663868"/>
            <a:ext cx="369014" cy="254187"/>
          </a:xfrm>
          <a:custGeom>
            <a:avLst/>
            <a:gdLst>
              <a:gd name="T0" fmla="*/ 443 w 497"/>
              <a:gd name="T1" fmla="*/ 0 h 346"/>
              <a:gd name="T2" fmla="*/ 443 w 497"/>
              <a:gd name="T3" fmla="*/ 0 h 346"/>
              <a:gd name="T4" fmla="*/ 212 w 497"/>
              <a:gd name="T5" fmla="*/ 0 h 346"/>
              <a:gd name="T6" fmla="*/ 177 w 497"/>
              <a:gd name="T7" fmla="*/ 8 h 346"/>
              <a:gd name="T8" fmla="*/ 9 w 497"/>
              <a:gd name="T9" fmla="*/ 159 h 346"/>
              <a:gd name="T10" fmla="*/ 9 w 497"/>
              <a:gd name="T11" fmla="*/ 186 h 346"/>
              <a:gd name="T12" fmla="*/ 177 w 497"/>
              <a:gd name="T13" fmla="*/ 327 h 346"/>
              <a:gd name="T14" fmla="*/ 212 w 497"/>
              <a:gd name="T15" fmla="*/ 345 h 346"/>
              <a:gd name="T16" fmla="*/ 443 w 497"/>
              <a:gd name="T17" fmla="*/ 345 h 346"/>
              <a:gd name="T18" fmla="*/ 496 w 497"/>
              <a:gd name="T19" fmla="*/ 292 h 346"/>
              <a:gd name="T20" fmla="*/ 496 w 497"/>
              <a:gd name="T21" fmla="*/ 44 h 346"/>
              <a:gd name="T22" fmla="*/ 443 w 497"/>
              <a:gd name="T23" fmla="*/ 0 h 346"/>
              <a:gd name="T24" fmla="*/ 372 w 497"/>
              <a:gd name="T25" fmla="*/ 274 h 346"/>
              <a:gd name="T26" fmla="*/ 372 w 497"/>
              <a:gd name="T27" fmla="*/ 274 h 346"/>
              <a:gd name="T28" fmla="*/ 309 w 497"/>
              <a:gd name="T29" fmla="*/ 204 h 346"/>
              <a:gd name="T30" fmla="*/ 248 w 497"/>
              <a:gd name="T31" fmla="*/ 274 h 346"/>
              <a:gd name="T32" fmla="*/ 212 w 497"/>
              <a:gd name="T33" fmla="*/ 230 h 346"/>
              <a:gd name="T34" fmla="*/ 274 w 497"/>
              <a:gd name="T35" fmla="*/ 168 h 346"/>
              <a:gd name="T36" fmla="*/ 212 w 497"/>
              <a:gd name="T37" fmla="*/ 106 h 346"/>
              <a:gd name="T38" fmla="*/ 248 w 497"/>
              <a:gd name="T39" fmla="*/ 70 h 346"/>
              <a:gd name="T40" fmla="*/ 309 w 497"/>
              <a:gd name="T41" fmla="*/ 133 h 346"/>
              <a:gd name="T42" fmla="*/ 372 w 497"/>
              <a:gd name="T43" fmla="*/ 70 h 346"/>
              <a:gd name="T44" fmla="*/ 416 w 497"/>
              <a:gd name="T45" fmla="*/ 106 h 346"/>
              <a:gd name="T46" fmla="*/ 346 w 497"/>
              <a:gd name="T47" fmla="*/ 168 h 346"/>
              <a:gd name="T48" fmla="*/ 416 w 497"/>
              <a:gd name="T49" fmla="*/ 230 h 346"/>
              <a:gd name="T50" fmla="*/ 372 w 497"/>
              <a:gd name="T51" fmla="*/ 274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97" h="346">
                <a:moveTo>
                  <a:pt x="443" y="0"/>
                </a:moveTo>
                <a:lnTo>
                  <a:pt x="443" y="0"/>
                </a:lnTo>
                <a:cubicBezTo>
                  <a:pt x="212" y="0"/>
                  <a:pt x="212" y="0"/>
                  <a:pt x="212" y="0"/>
                </a:cubicBezTo>
                <a:cubicBezTo>
                  <a:pt x="195" y="0"/>
                  <a:pt x="186" y="0"/>
                  <a:pt x="177" y="8"/>
                </a:cubicBezTo>
                <a:cubicBezTo>
                  <a:pt x="9" y="159"/>
                  <a:pt x="9" y="159"/>
                  <a:pt x="9" y="159"/>
                </a:cubicBezTo>
                <a:cubicBezTo>
                  <a:pt x="0" y="168"/>
                  <a:pt x="0" y="177"/>
                  <a:pt x="9" y="186"/>
                </a:cubicBezTo>
                <a:cubicBezTo>
                  <a:pt x="177" y="327"/>
                  <a:pt x="177" y="327"/>
                  <a:pt x="177" y="327"/>
                </a:cubicBezTo>
                <a:cubicBezTo>
                  <a:pt x="186" y="336"/>
                  <a:pt x="195" y="345"/>
                  <a:pt x="212" y="345"/>
                </a:cubicBezTo>
                <a:cubicBezTo>
                  <a:pt x="443" y="345"/>
                  <a:pt x="443" y="345"/>
                  <a:pt x="443" y="345"/>
                </a:cubicBezTo>
                <a:cubicBezTo>
                  <a:pt x="469" y="345"/>
                  <a:pt x="496" y="319"/>
                  <a:pt x="496" y="292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6" y="17"/>
                  <a:pt x="469" y="0"/>
                  <a:pt x="443" y="0"/>
                </a:cubicBezTo>
                <a:close/>
                <a:moveTo>
                  <a:pt x="372" y="274"/>
                </a:moveTo>
                <a:lnTo>
                  <a:pt x="372" y="274"/>
                </a:lnTo>
                <a:cubicBezTo>
                  <a:pt x="309" y="204"/>
                  <a:pt x="309" y="204"/>
                  <a:pt x="309" y="204"/>
                </a:cubicBezTo>
                <a:cubicBezTo>
                  <a:pt x="248" y="274"/>
                  <a:pt x="248" y="274"/>
                  <a:pt x="248" y="274"/>
                </a:cubicBezTo>
                <a:cubicBezTo>
                  <a:pt x="212" y="230"/>
                  <a:pt x="212" y="230"/>
                  <a:pt x="212" y="230"/>
                </a:cubicBezTo>
                <a:cubicBezTo>
                  <a:pt x="274" y="168"/>
                  <a:pt x="274" y="168"/>
                  <a:pt x="274" y="168"/>
                </a:cubicBezTo>
                <a:cubicBezTo>
                  <a:pt x="212" y="106"/>
                  <a:pt x="212" y="106"/>
                  <a:pt x="212" y="106"/>
                </a:cubicBezTo>
                <a:cubicBezTo>
                  <a:pt x="248" y="70"/>
                  <a:pt x="248" y="70"/>
                  <a:pt x="248" y="70"/>
                </a:cubicBezTo>
                <a:cubicBezTo>
                  <a:pt x="309" y="133"/>
                  <a:pt x="309" y="133"/>
                  <a:pt x="309" y="133"/>
                </a:cubicBezTo>
                <a:cubicBezTo>
                  <a:pt x="372" y="70"/>
                  <a:pt x="372" y="70"/>
                  <a:pt x="372" y="70"/>
                </a:cubicBezTo>
                <a:cubicBezTo>
                  <a:pt x="416" y="106"/>
                  <a:pt x="416" y="106"/>
                  <a:pt x="416" y="106"/>
                </a:cubicBezTo>
                <a:cubicBezTo>
                  <a:pt x="346" y="168"/>
                  <a:pt x="346" y="168"/>
                  <a:pt x="346" y="168"/>
                </a:cubicBezTo>
                <a:cubicBezTo>
                  <a:pt x="416" y="230"/>
                  <a:pt x="416" y="230"/>
                  <a:pt x="416" y="230"/>
                </a:cubicBezTo>
                <a:lnTo>
                  <a:pt x="372" y="274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22" name="Freeform 160"/>
          <p:cNvSpPr>
            <a:spLocks noChangeArrowheads="1"/>
          </p:cNvSpPr>
          <p:nvPr/>
        </p:nvSpPr>
        <p:spPr bwMode="auto">
          <a:xfrm>
            <a:off x="3683326" y="5074165"/>
            <a:ext cx="342515" cy="296388"/>
          </a:xfrm>
          <a:custGeom>
            <a:avLst/>
            <a:gdLst>
              <a:gd name="T0" fmla="*/ 44 w 461"/>
              <a:gd name="T1" fmla="*/ 124 h 400"/>
              <a:gd name="T2" fmla="*/ 44 w 461"/>
              <a:gd name="T3" fmla="*/ 124 h 400"/>
              <a:gd name="T4" fmla="*/ 221 w 461"/>
              <a:gd name="T5" fmla="*/ 106 h 400"/>
              <a:gd name="T6" fmla="*/ 328 w 461"/>
              <a:gd name="T7" fmla="*/ 142 h 400"/>
              <a:gd name="T8" fmla="*/ 443 w 461"/>
              <a:gd name="T9" fmla="*/ 89 h 400"/>
              <a:gd name="T10" fmla="*/ 451 w 461"/>
              <a:gd name="T11" fmla="*/ 53 h 400"/>
              <a:gd name="T12" fmla="*/ 416 w 461"/>
              <a:gd name="T13" fmla="*/ 53 h 400"/>
              <a:gd name="T14" fmla="*/ 239 w 461"/>
              <a:gd name="T15" fmla="*/ 62 h 400"/>
              <a:gd name="T16" fmla="*/ 18 w 461"/>
              <a:gd name="T17" fmla="*/ 89 h 400"/>
              <a:gd name="T18" fmla="*/ 9 w 461"/>
              <a:gd name="T19" fmla="*/ 124 h 400"/>
              <a:gd name="T20" fmla="*/ 44 w 461"/>
              <a:gd name="T21" fmla="*/ 124 h 400"/>
              <a:gd name="T22" fmla="*/ 416 w 461"/>
              <a:gd name="T23" fmla="*/ 178 h 400"/>
              <a:gd name="T24" fmla="*/ 416 w 461"/>
              <a:gd name="T25" fmla="*/ 178 h 400"/>
              <a:gd name="T26" fmla="*/ 239 w 461"/>
              <a:gd name="T27" fmla="*/ 195 h 400"/>
              <a:gd name="T28" fmla="*/ 18 w 461"/>
              <a:gd name="T29" fmla="*/ 213 h 400"/>
              <a:gd name="T30" fmla="*/ 9 w 461"/>
              <a:gd name="T31" fmla="*/ 248 h 400"/>
              <a:gd name="T32" fmla="*/ 44 w 461"/>
              <a:gd name="T33" fmla="*/ 248 h 400"/>
              <a:gd name="T34" fmla="*/ 221 w 461"/>
              <a:gd name="T35" fmla="*/ 240 h 400"/>
              <a:gd name="T36" fmla="*/ 328 w 461"/>
              <a:gd name="T37" fmla="*/ 275 h 400"/>
              <a:gd name="T38" fmla="*/ 443 w 461"/>
              <a:gd name="T39" fmla="*/ 222 h 400"/>
              <a:gd name="T40" fmla="*/ 451 w 461"/>
              <a:gd name="T41" fmla="*/ 187 h 400"/>
              <a:gd name="T42" fmla="*/ 416 w 461"/>
              <a:gd name="T43" fmla="*/ 178 h 400"/>
              <a:gd name="T44" fmla="*/ 416 w 461"/>
              <a:gd name="T45" fmla="*/ 302 h 400"/>
              <a:gd name="T46" fmla="*/ 416 w 461"/>
              <a:gd name="T47" fmla="*/ 302 h 400"/>
              <a:gd name="T48" fmla="*/ 239 w 461"/>
              <a:gd name="T49" fmla="*/ 319 h 400"/>
              <a:gd name="T50" fmla="*/ 18 w 461"/>
              <a:gd name="T51" fmla="*/ 337 h 400"/>
              <a:gd name="T52" fmla="*/ 9 w 461"/>
              <a:gd name="T53" fmla="*/ 372 h 400"/>
              <a:gd name="T54" fmla="*/ 44 w 461"/>
              <a:gd name="T55" fmla="*/ 381 h 400"/>
              <a:gd name="T56" fmla="*/ 221 w 461"/>
              <a:gd name="T57" fmla="*/ 363 h 400"/>
              <a:gd name="T58" fmla="*/ 328 w 461"/>
              <a:gd name="T59" fmla="*/ 399 h 400"/>
              <a:gd name="T60" fmla="*/ 443 w 461"/>
              <a:gd name="T61" fmla="*/ 346 h 400"/>
              <a:gd name="T62" fmla="*/ 451 w 461"/>
              <a:gd name="T63" fmla="*/ 310 h 400"/>
              <a:gd name="T64" fmla="*/ 416 w 461"/>
              <a:gd name="T65" fmla="*/ 302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61" h="400">
                <a:moveTo>
                  <a:pt x="44" y="124"/>
                </a:moveTo>
                <a:lnTo>
                  <a:pt x="44" y="124"/>
                </a:lnTo>
                <a:cubicBezTo>
                  <a:pt x="88" y="89"/>
                  <a:pt x="124" y="62"/>
                  <a:pt x="221" y="106"/>
                </a:cubicBezTo>
                <a:cubicBezTo>
                  <a:pt x="266" y="133"/>
                  <a:pt x="301" y="142"/>
                  <a:pt x="328" y="142"/>
                </a:cubicBezTo>
                <a:cubicBezTo>
                  <a:pt x="381" y="142"/>
                  <a:pt x="416" y="115"/>
                  <a:pt x="443" y="89"/>
                </a:cubicBezTo>
                <a:cubicBezTo>
                  <a:pt x="451" y="80"/>
                  <a:pt x="460" y="62"/>
                  <a:pt x="451" y="53"/>
                </a:cubicBezTo>
                <a:cubicBezTo>
                  <a:pt x="443" y="44"/>
                  <a:pt x="425" y="44"/>
                  <a:pt x="416" y="53"/>
                </a:cubicBezTo>
                <a:cubicBezTo>
                  <a:pt x="372" y="89"/>
                  <a:pt x="337" y="115"/>
                  <a:pt x="239" y="62"/>
                </a:cubicBezTo>
                <a:cubicBezTo>
                  <a:pt x="124" y="0"/>
                  <a:pt x="62" y="44"/>
                  <a:pt x="18" y="89"/>
                </a:cubicBezTo>
                <a:cubicBezTo>
                  <a:pt x="9" y="97"/>
                  <a:pt x="0" y="115"/>
                  <a:pt x="9" y="124"/>
                </a:cubicBezTo>
                <a:cubicBezTo>
                  <a:pt x="18" y="133"/>
                  <a:pt x="35" y="133"/>
                  <a:pt x="44" y="124"/>
                </a:cubicBezTo>
                <a:close/>
                <a:moveTo>
                  <a:pt x="416" y="178"/>
                </a:moveTo>
                <a:lnTo>
                  <a:pt x="416" y="178"/>
                </a:lnTo>
                <a:cubicBezTo>
                  <a:pt x="372" y="213"/>
                  <a:pt x="337" y="248"/>
                  <a:pt x="239" y="195"/>
                </a:cubicBezTo>
                <a:cubicBezTo>
                  <a:pt x="124" y="124"/>
                  <a:pt x="62" y="178"/>
                  <a:pt x="18" y="213"/>
                </a:cubicBezTo>
                <a:cubicBezTo>
                  <a:pt x="9" y="222"/>
                  <a:pt x="0" y="240"/>
                  <a:pt x="9" y="248"/>
                </a:cubicBezTo>
                <a:cubicBezTo>
                  <a:pt x="18" y="257"/>
                  <a:pt x="35" y="257"/>
                  <a:pt x="44" y="248"/>
                </a:cubicBezTo>
                <a:cubicBezTo>
                  <a:pt x="88" y="213"/>
                  <a:pt x="124" y="187"/>
                  <a:pt x="221" y="240"/>
                </a:cubicBezTo>
                <a:cubicBezTo>
                  <a:pt x="266" y="266"/>
                  <a:pt x="301" y="275"/>
                  <a:pt x="328" y="275"/>
                </a:cubicBezTo>
                <a:cubicBezTo>
                  <a:pt x="381" y="275"/>
                  <a:pt x="416" y="240"/>
                  <a:pt x="443" y="222"/>
                </a:cubicBezTo>
                <a:cubicBezTo>
                  <a:pt x="451" y="213"/>
                  <a:pt x="460" y="195"/>
                  <a:pt x="451" y="187"/>
                </a:cubicBezTo>
                <a:cubicBezTo>
                  <a:pt x="443" y="168"/>
                  <a:pt x="425" y="168"/>
                  <a:pt x="416" y="178"/>
                </a:cubicBezTo>
                <a:close/>
                <a:moveTo>
                  <a:pt x="416" y="302"/>
                </a:moveTo>
                <a:lnTo>
                  <a:pt x="416" y="302"/>
                </a:lnTo>
                <a:cubicBezTo>
                  <a:pt x="372" y="346"/>
                  <a:pt x="337" y="372"/>
                  <a:pt x="239" y="319"/>
                </a:cubicBezTo>
                <a:cubicBezTo>
                  <a:pt x="124" y="248"/>
                  <a:pt x="62" y="302"/>
                  <a:pt x="18" y="337"/>
                </a:cubicBezTo>
                <a:cubicBezTo>
                  <a:pt x="9" y="346"/>
                  <a:pt x="0" y="363"/>
                  <a:pt x="9" y="372"/>
                </a:cubicBezTo>
                <a:cubicBezTo>
                  <a:pt x="18" y="390"/>
                  <a:pt x="35" y="390"/>
                  <a:pt x="44" y="381"/>
                </a:cubicBezTo>
                <a:cubicBezTo>
                  <a:pt x="88" y="337"/>
                  <a:pt x="124" y="310"/>
                  <a:pt x="221" y="363"/>
                </a:cubicBezTo>
                <a:cubicBezTo>
                  <a:pt x="266" y="390"/>
                  <a:pt x="301" y="399"/>
                  <a:pt x="328" y="399"/>
                </a:cubicBezTo>
                <a:cubicBezTo>
                  <a:pt x="381" y="399"/>
                  <a:pt x="416" y="372"/>
                  <a:pt x="443" y="346"/>
                </a:cubicBezTo>
                <a:cubicBezTo>
                  <a:pt x="451" y="337"/>
                  <a:pt x="460" y="319"/>
                  <a:pt x="451" y="310"/>
                </a:cubicBezTo>
                <a:cubicBezTo>
                  <a:pt x="443" y="302"/>
                  <a:pt x="425" y="293"/>
                  <a:pt x="416" y="302"/>
                </a:cubicBez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23" name="Freeform 168"/>
          <p:cNvSpPr>
            <a:spLocks noChangeArrowheads="1"/>
          </p:cNvSpPr>
          <p:nvPr/>
        </p:nvSpPr>
        <p:spPr bwMode="auto">
          <a:xfrm>
            <a:off x="7259612" y="5841633"/>
            <a:ext cx="369014" cy="316017"/>
          </a:xfrm>
          <a:custGeom>
            <a:avLst/>
            <a:gdLst>
              <a:gd name="T0" fmla="*/ 17 w 497"/>
              <a:gd name="T1" fmla="*/ 247 h 426"/>
              <a:gd name="T2" fmla="*/ 17 w 497"/>
              <a:gd name="T3" fmla="*/ 247 h 426"/>
              <a:gd name="T4" fmla="*/ 53 w 497"/>
              <a:gd name="T5" fmla="*/ 256 h 426"/>
              <a:gd name="T6" fmla="*/ 80 w 497"/>
              <a:gd name="T7" fmla="*/ 212 h 426"/>
              <a:gd name="T8" fmla="*/ 26 w 497"/>
              <a:gd name="T9" fmla="*/ 203 h 426"/>
              <a:gd name="T10" fmla="*/ 0 w 497"/>
              <a:gd name="T11" fmla="*/ 221 h 426"/>
              <a:gd name="T12" fmla="*/ 17 w 497"/>
              <a:gd name="T13" fmla="*/ 247 h 426"/>
              <a:gd name="T14" fmla="*/ 460 w 497"/>
              <a:gd name="T15" fmla="*/ 256 h 426"/>
              <a:gd name="T16" fmla="*/ 460 w 497"/>
              <a:gd name="T17" fmla="*/ 256 h 426"/>
              <a:gd name="T18" fmla="*/ 345 w 497"/>
              <a:gd name="T19" fmla="*/ 354 h 426"/>
              <a:gd name="T20" fmla="*/ 221 w 497"/>
              <a:gd name="T21" fmla="*/ 256 h 426"/>
              <a:gd name="T22" fmla="*/ 212 w 497"/>
              <a:gd name="T23" fmla="*/ 247 h 426"/>
              <a:gd name="T24" fmla="*/ 194 w 497"/>
              <a:gd name="T25" fmla="*/ 247 h 426"/>
              <a:gd name="T26" fmla="*/ 168 w 497"/>
              <a:gd name="T27" fmla="*/ 283 h 426"/>
              <a:gd name="T28" fmla="*/ 194 w 497"/>
              <a:gd name="T29" fmla="*/ 292 h 426"/>
              <a:gd name="T30" fmla="*/ 337 w 497"/>
              <a:gd name="T31" fmla="*/ 398 h 426"/>
              <a:gd name="T32" fmla="*/ 345 w 497"/>
              <a:gd name="T33" fmla="*/ 407 h 426"/>
              <a:gd name="T34" fmla="*/ 363 w 497"/>
              <a:gd name="T35" fmla="*/ 398 h 426"/>
              <a:gd name="T36" fmla="*/ 487 w 497"/>
              <a:gd name="T37" fmla="*/ 292 h 426"/>
              <a:gd name="T38" fmla="*/ 487 w 497"/>
              <a:gd name="T39" fmla="*/ 256 h 426"/>
              <a:gd name="T40" fmla="*/ 460 w 497"/>
              <a:gd name="T41" fmla="*/ 256 h 426"/>
              <a:gd name="T42" fmla="*/ 212 w 497"/>
              <a:gd name="T43" fmla="*/ 141 h 426"/>
              <a:gd name="T44" fmla="*/ 212 w 497"/>
              <a:gd name="T45" fmla="*/ 141 h 426"/>
              <a:gd name="T46" fmla="*/ 337 w 497"/>
              <a:gd name="T47" fmla="*/ 221 h 426"/>
              <a:gd name="T48" fmla="*/ 372 w 497"/>
              <a:gd name="T49" fmla="*/ 212 h 426"/>
              <a:gd name="T50" fmla="*/ 496 w 497"/>
              <a:gd name="T51" fmla="*/ 35 h 426"/>
              <a:gd name="T52" fmla="*/ 487 w 497"/>
              <a:gd name="T53" fmla="*/ 9 h 426"/>
              <a:gd name="T54" fmla="*/ 452 w 497"/>
              <a:gd name="T55" fmla="*/ 9 h 426"/>
              <a:gd name="T56" fmla="*/ 345 w 497"/>
              <a:gd name="T57" fmla="*/ 177 h 426"/>
              <a:gd name="T58" fmla="*/ 221 w 497"/>
              <a:gd name="T59" fmla="*/ 97 h 426"/>
              <a:gd name="T60" fmla="*/ 203 w 497"/>
              <a:gd name="T61" fmla="*/ 88 h 426"/>
              <a:gd name="T62" fmla="*/ 186 w 497"/>
              <a:gd name="T63" fmla="*/ 106 h 426"/>
              <a:gd name="T64" fmla="*/ 0 w 497"/>
              <a:gd name="T65" fmla="*/ 390 h 426"/>
              <a:gd name="T66" fmla="*/ 9 w 497"/>
              <a:gd name="T67" fmla="*/ 425 h 426"/>
              <a:gd name="T68" fmla="*/ 26 w 497"/>
              <a:gd name="T69" fmla="*/ 425 h 426"/>
              <a:gd name="T70" fmla="*/ 44 w 497"/>
              <a:gd name="T71" fmla="*/ 416 h 426"/>
              <a:gd name="T72" fmla="*/ 212 w 497"/>
              <a:gd name="T73" fmla="*/ 141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97" h="426">
                <a:moveTo>
                  <a:pt x="17" y="247"/>
                </a:moveTo>
                <a:lnTo>
                  <a:pt x="17" y="247"/>
                </a:lnTo>
                <a:cubicBezTo>
                  <a:pt x="53" y="256"/>
                  <a:pt x="53" y="256"/>
                  <a:pt x="53" y="256"/>
                </a:cubicBezTo>
                <a:cubicBezTo>
                  <a:pt x="80" y="212"/>
                  <a:pt x="80" y="212"/>
                  <a:pt x="80" y="212"/>
                </a:cubicBezTo>
                <a:cubicBezTo>
                  <a:pt x="26" y="203"/>
                  <a:pt x="26" y="203"/>
                  <a:pt x="26" y="203"/>
                </a:cubicBezTo>
                <a:cubicBezTo>
                  <a:pt x="17" y="203"/>
                  <a:pt x="0" y="212"/>
                  <a:pt x="0" y="221"/>
                </a:cubicBezTo>
                <a:cubicBezTo>
                  <a:pt x="0" y="230"/>
                  <a:pt x="9" y="247"/>
                  <a:pt x="17" y="247"/>
                </a:cubicBezTo>
                <a:close/>
                <a:moveTo>
                  <a:pt x="460" y="256"/>
                </a:moveTo>
                <a:lnTo>
                  <a:pt x="460" y="256"/>
                </a:lnTo>
                <a:cubicBezTo>
                  <a:pt x="345" y="354"/>
                  <a:pt x="345" y="354"/>
                  <a:pt x="345" y="354"/>
                </a:cubicBezTo>
                <a:cubicBezTo>
                  <a:pt x="221" y="256"/>
                  <a:pt x="221" y="256"/>
                  <a:pt x="221" y="256"/>
                </a:cubicBezTo>
                <a:cubicBezTo>
                  <a:pt x="212" y="247"/>
                  <a:pt x="212" y="247"/>
                  <a:pt x="212" y="247"/>
                </a:cubicBezTo>
                <a:cubicBezTo>
                  <a:pt x="194" y="247"/>
                  <a:pt x="194" y="247"/>
                  <a:pt x="194" y="247"/>
                </a:cubicBezTo>
                <a:cubicBezTo>
                  <a:pt x="168" y="283"/>
                  <a:pt x="168" y="283"/>
                  <a:pt x="168" y="283"/>
                </a:cubicBezTo>
                <a:cubicBezTo>
                  <a:pt x="194" y="292"/>
                  <a:pt x="194" y="292"/>
                  <a:pt x="194" y="292"/>
                </a:cubicBezTo>
                <a:cubicBezTo>
                  <a:pt x="337" y="398"/>
                  <a:pt x="337" y="398"/>
                  <a:pt x="337" y="398"/>
                </a:cubicBezTo>
                <a:cubicBezTo>
                  <a:pt x="337" y="407"/>
                  <a:pt x="345" y="407"/>
                  <a:pt x="345" y="407"/>
                </a:cubicBezTo>
                <a:cubicBezTo>
                  <a:pt x="354" y="407"/>
                  <a:pt x="363" y="407"/>
                  <a:pt x="363" y="398"/>
                </a:cubicBezTo>
                <a:cubicBezTo>
                  <a:pt x="487" y="292"/>
                  <a:pt x="487" y="292"/>
                  <a:pt x="487" y="292"/>
                </a:cubicBezTo>
                <a:cubicBezTo>
                  <a:pt x="496" y="283"/>
                  <a:pt x="496" y="265"/>
                  <a:pt x="487" y="256"/>
                </a:cubicBezTo>
                <a:cubicBezTo>
                  <a:pt x="478" y="247"/>
                  <a:pt x="469" y="247"/>
                  <a:pt x="460" y="256"/>
                </a:cubicBezTo>
                <a:close/>
                <a:moveTo>
                  <a:pt x="212" y="141"/>
                </a:moveTo>
                <a:lnTo>
                  <a:pt x="212" y="141"/>
                </a:lnTo>
                <a:cubicBezTo>
                  <a:pt x="337" y="221"/>
                  <a:pt x="337" y="221"/>
                  <a:pt x="337" y="221"/>
                </a:cubicBezTo>
                <a:cubicBezTo>
                  <a:pt x="345" y="230"/>
                  <a:pt x="363" y="230"/>
                  <a:pt x="372" y="212"/>
                </a:cubicBezTo>
                <a:cubicBezTo>
                  <a:pt x="496" y="35"/>
                  <a:pt x="496" y="35"/>
                  <a:pt x="496" y="35"/>
                </a:cubicBezTo>
                <a:cubicBezTo>
                  <a:pt x="496" y="26"/>
                  <a:pt x="496" y="9"/>
                  <a:pt x="487" y="9"/>
                </a:cubicBezTo>
                <a:cubicBezTo>
                  <a:pt x="478" y="0"/>
                  <a:pt x="460" y="0"/>
                  <a:pt x="452" y="9"/>
                </a:cubicBezTo>
                <a:cubicBezTo>
                  <a:pt x="345" y="177"/>
                  <a:pt x="345" y="177"/>
                  <a:pt x="345" y="177"/>
                </a:cubicBezTo>
                <a:cubicBezTo>
                  <a:pt x="221" y="97"/>
                  <a:pt x="221" y="97"/>
                  <a:pt x="221" y="97"/>
                </a:cubicBezTo>
                <a:cubicBezTo>
                  <a:pt x="212" y="88"/>
                  <a:pt x="212" y="88"/>
                  <a:pt x="203" y="88"/>
                </a:cubicBezTo>
                <a:cubicBezTo>
                  <a:pt x="194" y="97"/>
                  <a:pt x="194" y="97"/>
                  <a:pt x="186" y="106"/>
                </a:cubicBezTo>
                <a:cubicBezTo>
                  <a:pt x="0" y="390"/>
                  <a:pt x="0" y="390"/>
                  <a:pt x="0" y="390"/>
                </a:cubicBezTo>
                <a:cubicBezTo>
                  <a:pt x="0" y="407"/>
                  <a:pt x="0" y="416"/>
                  <a:pt x="9" y="425"/>
                </a:cubicBezTo>
                <a:cubicBezTo>
                  <a:pt x="17" y="425"/>
                  <a:pt x="17" y="425"/>
                  <a:pt x="26" y="425"/>
                </a:cubicBezTo>
                <a:cubicBezTo>
                  <a:pt x="26" y="425"/>
                  <a:pt x="35" y="425"/>
                  <a:pt x="44" y="416"/>
                </a:cubicBezTo>
                <a:lnTo>
                  <a:pt x="212" y="141"/>
                </a:lnTo>
                <a:close/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  <p:sp>
        <p:nvSpPr>
          <p:cNvPr id="124" name="Freeform 169"/>
          <p:cNvSpPr>
            <a:spLocks noChangeArrowheads="1"/>
          </p:cNvSpPr>
          <p:nvPr/>
        </p:nvSpPr>
        <p:spPr bwMode="auto">
          <a:xfrm>
            <a:off x="5109327" y="2910139"/>
            <a:ext cx="361162" cy="287556"/>
          </a:xfrm>
          <a:custGeom>
            <a:avLst/>
            <a:gdLst>
              <a:gd name="T0" fmla="*/ 478 w 487"/>
              <a:gd name="T1" fmla="*/ 9 h 390"/>
              <a:gd name="T2" fmla="*/ 478 w 487"/>
              <a:gd name="T3" fmla="*/ 9 h 390"/>
              <a:gd name="T4" fmla="*/ 372 w 487"/>
              <a:gd name="T5" fmla="*/ 195 h 390"/>
              <a:gd name="T6" fmla="*/ 345 w 487"/>
              <a:gd name="T7" fmla="*/ 195 h 390"/>
              <a:gd name="T8" fmla="*/ 292 w 487"/>
              <a:gd name="T9" fmla="*/ 150 h 390"/>
              <a:gd name="T10" fmla="*/ 274 w 487"/>
              <a:gd name="T11" fmla="*/ 150 h 390"/>
              <a:gd name="T12" fmla="*/ 194 w 487"/>
              <a:gd name="T13" fmla="*/ 266 h 390"/>
              <a:gd name="T14" fmla="*/ 177 w 487"/>
              <a:gd name="T15" fmla="*/ 266 h 390"/>
              <a:gd name="T16" fmla="*/ 141 w 487"/>
              <a:gd name="T17" fmla="*/ 239 h 390"/>
              <a:gd name="T18" fmla="*/ 123 w 487"/>
              <a:gd name="T19" fmla="*/ 239 h 390"/>
              <a:gd name="T20" fmla="*/ 8 w 487"/>
              <a:gd name="T21" fmla="*/ 381 h 390"/>
              <a:gd name="T22" fmla="*/ 8 w 487"/>
              <a:gd name="T23" fmla="*/ 389 h 390"/>
              <a:gd name="T24" fmla="*/ 486 w 487"/>
              <a:gd name="T25" fmla="*/ 389 h 390"/>
              <a:gd name="T26" fmla="*/ 486 w 487"/>
              <a:gd name="T27" fmla="*/ 9 h 390"/>
              <a:gd name="T28" fmla="*/ 478 w 487"/>
              <a:gd name="T29" fmla="*/ 9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87" h="390">
                <a:moveTo>
                  <a:pt x="478" y="9"/>
                </a:moveTo>
                <a:lnTo>
                  <a:pt x="478" y="9"/>
                </a:lnTo>
                <a:cubicBezTo>
                  <a:pt x="372" y="195"/>
                  <a:pt x="372" y="195"/>
                  <a:pt x="372" y="195"/>
                </a:cubicBezTo>
                <a:cubicBezTo>
                  <a:pt x="363" y="204"/>
                  <a:pt x="354" y="204"/>
                  <a:pt x="345" y="195"/>
                </a:cubicBezTo>
                <a:cubicBezTo>
                  <a:pt x="292" y="150"/>
                  <a:pt x="292" y="150"/>
                  <a:pt x="292" y="150"/>
                </a:cubicBezTo>
                <a:cubicBezTo>
                  <a:pt x="283" y="141"/>
                  <a:pt x="283" y="141"/>
                  <a:pt x="274" y="150"/>
                </a:cubicBezTo>
                <a:cubicBezTo>
                  <a:pt x="194" y="266"/>
                  <a:pt x="194" y="266"/>
                  <a:pt x="194" y="266"/>
                </a:cubicBezTo>
                <a:cubicBezTo>
                  <a:pt x="194" y="275"/>
                  <a:pt x="186" y="275"/>
                  <a:pt x="177" y="266"/>
                </a:cubicBezTo>
                <a:cubicBezTo>
                  <a:pt x="141" y="239"/>
                  <a:pt x="141" y="239"/>
                  <a:pt x="141" y="239"/>
                </a:cubicBezTo>
                <a:cubicBezTo>
                  <a:pt x="132" y="230"/>
                  <a:pt x="123" y="230"/>
                  <a:pt x="123" y="239"/>
                </a:cubicBezTo>
                <a:cubicBezTo>
                  <a:pt x="8" y="381"/>
                  <a:pt x="8" y="381"/>
                  <a:pt x="8" y="381"/>
                </a:cubicBezTo>
                <a:cubicBezTo>
                  <a:pt x="0" y="389"/>
                  <a:pt x="0" y="389"/>
                  <a:pt x="8" y="389"/>
                </a:cubicBezTo>
                <a:cubicBezTo>
                  <a:pt x="486" y="389"/>
                  <a:pt x="486" y="389"/>
                  <a:pt x="486" y="389"/>
                </a:cubicBezTo>
                <a:cubicBezTo>
                  <a:pt x="486" y="9"/>
                  <a:pt x="486" y="9"/>
                  <a:pt x="486" y="9"/>
                </a:cubicBezTo>
                <a:cubicBezTo>
                  <a:pt x="486" y="0"/>
                  <a:pt x="486" y="0"/>
                  <a:pt x="478" y="9"/>
                </a:cubicBezTo>
              </a:path>
            </a:pathLst>
          </a:custGeom>
          <a:solidFill>
            <a:srgbClr val="FFC627"/>
          </a:solidFill>
          <a:ln>
            <a:noFill/>
          </a:ln>
          <a:effectLst/>
        </p:spPr>
        <p:txBody>
          <a:bodyPr wrap="none" lIns="91424" tIns="45712" rIns="91424" bIns="45712" anchor="ctr"/>
          <a:lstStyle/>
          <a:p>
            <a:pPr defTabSz="12189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Lato Regular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8612820"/>
      </p:ext>
    </p:extLst>
  </p:cSld>
  <p:clrMapOvr>
    <a:masterClrMapping/>
  </p:clrMapOvr>
</p:sld>
</file>

<file path=ppt/theme/theme1.xml><?xml version="1.0" encoding="utf-8"?>
<a:theme xmlns:a="http://schemas.openxmlformats.org/drawingml/2006/main" name="cdb2004c002l">
  <a:themeElements>
    <a:clrScheme name="uda">
      <a:dk1>
        <a:srgbClr val="264C59"/>
      </a:dk1>
      <a:lt1>
        <a:sysClr val="window" lastClr="FFFFFF"/>
      </a:lt1>
      <a:dk2>
        <a:srgbClr val="FFC627"/>
      </a:dk2>
      <a:lt2>
        <a:srgbClr val="EEECE1"/>
      </a:lt2>
      <a:accent1>
        <a:srgbClr val="76923C"/>
      </a:accent1>
      <a:accent2>
        <a:srgbClr val="FFDC7D"/>
      </a:accent2>
      <a:accent3>
        <a:srgbClr val="6CA491"/>
      </a:accent3>
      <a:accent4>
        <a:srgbClr val="326476"/>
      </a:accent4>
      <a:accent5>
        <a:srgbClr val="7F7F7F"/>
      </a:accent5>
      <a:accent6>
        <a:srgbClr val="F79646"/>
      </a:accent6>
      <a:hlink>
        <a:srgbClr val="D7E3BC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cdb2004c002l</Template>
  <TotalTime>687</TotalTime>
  <Words>731</Words>
  <Application>Microsoft Office PowerPoint</Application>
  <PresentationFormat>Presentación en pantalla (4:3)</PresentationFormat>
  <Paragraphs>98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Lato Regular</vt:lpstr>
      <vt:lpstr>Montserrat</vt:lpstr>
      <vt:lpstr>Verdana</vt:lpstr>
      <vt:lpstr>Wingdings</vt:lpstr>
      <vt:lpstr>Wingdings 3</vt:lpstr>
      <vt:lpstr>cdb2004c002l</vt:lpstr>
      <vt:lpstr>Título 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Diagram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Claudio Pereira Pinto</dc:creator>
  <cp:lastModifiedBy>Claudio Pereira Pinto</cp:lastModifiedBy>
  <cp:revision>21</cp:revision>
  <dcterms:created xsi:type="dcterms:W3CDTF">2017-08-31T18:00:55Z</dcterms:created>
  <dcterms:modified xsi:type="dcterms:W3CDTF">2021-06-23T15:48:13Z</dcterms:modified>
</cp:coreProperties>
</file>